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20"/>
  </p:notesMasterIdLst>
  <p:handoutMasterIdLst>
    <p:handoutMasterId r:id="rId21"/>
  </p:handoutMasterIdLst>
  <p:sldIdLst>
    <p:sldId id="256" r:id="rId5"/>
    <p:sldId id="261" r:id="rId6"/>
    <p:sldId id="258" r:id="rId7"/>
    <p:sldId id="259" r:id="rId8"/>
    <p:sldId id="264" r:id="rId9"/>
    <p:sldId id="265" r:id="rId10"/>
    <p:sldId id="266" r:id="rId11"/>
    <p:sldId id="267" r:id="rId12"/>
    <p:sldId id="263" r:id="rId13"/>
    <p:sldId id="262" r:id="rId14"/>
    <p:sldId id="271" r:id="rId15"/>
    <p:sldId id="272" r:id="rId16"/>
    <p:sldId id="269" r:id="rId17"/>
    <p:sldId id="268" r:id="rId18"/>
    <p:sldId id="260"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29A65B-EEC6-4F69-9795-1EAA0055C92B}" v="103" dt="2025-09-21T10:42:42.0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48"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jjwal Hirwani" userId="be431683d70c6771" providerId="LiveId" clId="{989C359F-F33B-4DCE-AB7B-2B74581EE93E}"/>
    <pc:docChg chg="undo redo custSel addSld delSld modSld sldOrd">
      <pc:chgData name="Ujjwal Hirwani" userId="be431683d70c6771" providerId="LiveId" clId="{989C359F-F33B-4DCE-AB7B-2B74581EE93E}" dt="2025-09-21T10:42:51.969" v="534" actId="113"/>
      <pc:docMkLst>
        <pc:docMk/>
      </pc:docMkLst>
      <pc:sldChg chg="ord">
        <pc:chgData name="Ujjwal Hirwani" userId="be431683d70c6771" providerId="LiveId" clId="{989C359F-F33B-4DCE-AB7B-2B74581EE93E}" dt="2025-09-21T10:07:56.414" v="398"/>
        <pc:sldMkLst>
          <pc:docMk/>
          <pc:sldMk cId="4293953559" sldId="262"/>
        </pc:sldMkLst>
      </pc:sldChg>
      <pc:sldChg chg="modSp new del mod">
        <pc:chgData name="Ujjwal Hirwani" userId="be431683d70c6771" providerId="LiveId" clId="{989C359F-F33B-4DCE-AB7B-2B74581EE93E}" dt="2025-09-21T09:33:13.588" v="101" actId="47"/>
        <pc:sldMkLst>
          <pc:docMk/>
          <pc:sldMk cId="1897713911" sldId="263"/>
        </pc:sldMkLst>
        <pc:spChg chg="mod">
          <ac:chgData name="Ujjwal Hirwani" userId="be431683d70c6771" providerId="LiveId" clId="{989C359F-F33B-4DCE-AB7B-2B74581EE93E}" dt="2025-09-21T09:31:11.693" v="30" actId="20577"/>
          <ac:spMkLst>
            <pc:docMk/>
            <pc:sldMk cId="1897713911" sldId="263"/>
            <ac:spMk id="2" creationId="{0D98F666-29B8-CF57-BA7C-415BFC8BF840}"/>
          </ac:spMkLst>
        </pc:spChg>
        <pc:spChg chg="mod">
          <ac:chgData name="Ujjwal Hirwani" userId="be431683d70c6771" providerId="LiveId" clId="{989C359F-F33B-4DCE-AB7B-2B74581EE93E}" dt="2025-09-21T09:31:15.037" v="31" actId="5793"/>
          <ac:spMkLst>
            <pc:docMk/>
            <pc:sldMk cId="1897713911" sldId="263"/>
            <ac:spMk id="3" creationId="{1C10B8F0-F2C0-DC5B-F5A1-8F36732A534C}"/>
          </ac:spMkLst>
        </pc:spChg>
      </pc:sldChg>
      <pc:sldChg chg="del">
        <pc:chgData name="Ujjwal Hirwani" userId="be431683d70c6771" providerId="LiveId" clId="{989C359F-F33B-4DCE-AB7B-2B74581EE93E}" dt="2025-09-21T09:30:32.193" v="0" actId="47"/>
        <pc:sldMkLst>
          <pc:docMk/>
          <pc:sldMk cId="2139264427" sldId="263"/>
        </pc:sldMkLst>
      </pc:sldChg>
      <pc:sldChg chg="modSp add mod ord">
        <pc:chgData name="Ujjwal Hirwani" userId="be431683d70c6771" providerId="LiveId" clId="{989C359F-F33B-4DCE-AB7B-2B74581EE93E}" dt="2025-09-21T09:39:04.601" v="165" actId="20577"/>
        <pc:sldMkLst>
          <pc:docMk/>
          <pc:sldMk cId="2834735640" sldId="263"/>
        </pc:sldMkLst>
        <pc:spChg chg="mod">
          <ac:chgData name="Ujjwal Hirwani" userId="be431683d70c6771" providerId="LiveId" clId="{989C359F-F33B-4DCE-AB7B-2B74581EE93E}" dt="2025-09-21T09:33:34.695" v="133" actId="20577"/>
          <ac:spMkLst>
            <pc:docMk/>
            <pc:sldMk cId="2834735640" sldId="263"/>
            <ac:spMk id="2" creationId="{88F35D6B-F6FD-6C6F-0B6A-FA6DAEC563DA}"/>
          </ac:spMkLst>
        </pc:spChg>
        <pc:graphicFrameChg chg="mod modGraphic">
          <ac:chgData name="Ujjwal Hirwani" userId="be431683d70c6771" providerId="LiveId" clId="{989C359F-F33B-4DCE-AB7B-2B74581EE93E}" dt="2025-09-21T09:39:04.601" v="165" actId="20577"/>
          <ac:graphicFrameMkLst>
            <pc:docMk/>
            <pc:sldMk cId="2834735640" sldId="263"/>
            <ac:graphicFrameMk id="6" creationId="{F8990D21-6160-7B75-6CD2-8AA6259EFD97}"/>
          </ac:graphicFrameMkLst>
        </pc:graphicFrameChg>
        <pc:picChg chg="mod">
          <ac:chgData name="Ujjwal Hirwani" userId="be431683d70c6771" providerId="LiveId" clId="{989C359F-F33B-4DCE-AB7B-2B74581EE93E}" dt="2025-09-21T09:34:56.152" v="134" actId="14826"/>
          <ac:picMkLst>
            <pc:docMk/>
            <pc:sldMk cId="2834735640" sldId="263"/>
            <ac:picMk id="8" creationId="{20E18071-3868-57AF-E679-087D33475098}"/>
          </ac:picMkLst>
        </pc:picChg>
      </pc:sldChg>
      <pc:sldChg chg="del">
        <pc:chgData name="Ujjwal Hirwani" userId="be431683d70c6771" providerId="LiveId" clId="{989C359F-F33B-4DCE-AB7B-2B74581EE93E}" dt="2025-09-21T09:30:32.489" v="1" actId="47"/>
        <pc:sldMkLst>
          <pc:docMk/>
          <pc:sldMk cId="858480831" sldId="264"/>
        </pc:sldMkLst>
      </pc:sldChg>
      <pc:sldChg chg="modSp new del mod">
        <pc:chgData name="Ujjwal Hirwani" userId="be431683d70c6771" providerId="LiveId" clId="{989C359F-F33B-4DCE-AB7B-2B74581EE93E}" dt="2025-09-21T09:33:11.902" v="100" actId="47"/>
        <pc:sldMkLst>
          <pc:docMk/>
          <pc:sldMk cId="3401555174" sldId="264"/>
        </pc:sldMkLst>
        <pc:spChg chg="mod">
          <ac:chgData name="Ujjwal Hirwani" userId="be431683d70c6771" providerId="LiveId" clId="{989C359F-F33B-4DCE-AB7B-2B74581EE93E}" dt="2025-09-21T09:31:30.692" v="49" actId="20577"/>
          <ac:spMkLst>
            <pc:docMk/>
            <pc:sldMk cId="3401555174" sldId="264"/>
            <ac:spMk id="2" creationId="{387EF5B8-31F2-4330-7B0E-D60385FD1EF9}"/>
          </ac:spMkLst>
        </pc:spChg>
      </pc:sldChg>
      <pc:sldChg chg="addSp modSp add mod ord">
        <pc:chgData name="Ujjwal Hirwani" userId="be431683d70c6771" providerId="LiveId" clId="{989C359F-F33B-4DCE-AB7B-2B74581EE93E}" dt="2025-09-21T09:49:23.153" v="227" actId="12"/>
        <pc:sldMkLst>
          <pc:docMk/>
          <pc:sldMk cId="4235662112" sldId="264"/>
        </pc:sldMkLst>
        <pc:spChg chg="mod">
          <ac:chgData name="Ujjwal Hirwani" userId="be431683d70c6771" providerId="LiveId" clId="{989C359F-F33B-4DCE-AB7B-2B74581EE93E}" dt="2025-09-21T09:44:13.580" v="189" actId="20577"/>
          <ac:spMkLst>
            <pc:docMk/>
            <pc:sldMk cId="4235662112" sldId="264"/>
            <ac:spMk id="2" creationId="{536B7822-5CB5-C1AC-8280-10C3CAF5CDD0}"/>
          </ac:spMkLst>
        </pc:spChg>
        <pc:spChg chg="mod">
          <ac:chgData name="Ujjwal Hirwani" userId="be431683d70c6771" providerId="LiveId" clId="{989C359F-F33B-4DCE-AB7B-2B74581EE93E}" dt="2025-09-21T09:49:23.153" v="227" actId="12"/>
          <ac:spMkLst>
            <pc:docMk/>
            <pc:sldMk cId="4235662112" sldId="264"/>
            <ac:spMk id="4" creationId="{28E653A8-EE48-AA24-F96A-FAAA4D318E7A}"/>
          </ac:spMkLst>
        </pc:spChg>
        <pc:picChg chg="mod">
          <ac:chgData name="Ujjwal Hirwani" userId="be431683d70c6771" providerId="LiveId" clId="{989C359F-F33B-4DCE-AB7B-2B74581EE93E}" dt="2025-09-21T09:45:28.928" v="196" actId="1076"/>
          <ac:picMkLst>
            <pc:docMk/>
            <pc:sldMk cId="4235662112" sldId="264"/>
            <ac:picMk id="11" creationId="{8CE9BD6F-A234-F75B-EA53-8C0F317CDE83}"/>
          </ac:picMkLst>
        </pc:picChg>
        <pc:picChg chg="add">
          <ac:chgData name="Ujjwal Hirwani" userId="be431683d70c6771" providerId="LiveId" clId="{989C359F-F33B-4DCE-AB7B-2B74581EE93E}" dt="2025-09-21T09:44:55.131" v="190"/>
          <ac:picMkLst>
            <pc:docMk/>
            <pc:sldMk cId="4235662112" sldId="264"/>
            <ac:picMk id="1026" creationId="{98CCA460-4C3F-BBE3-CD2E-0E761190C0F3}"/>
          </ac:picMkLst>
        </pc:picChg>
      </pc:sldChg>
      <pc:sldChg chg="delSp add del setBg delDesignElem">
        <pc:chgData name="Ujjwal Hirwani" userId="be431683d70c6771" providerId="LiveId" clId="{989C359F-F33B-4DCE-AB7B-2B74581EE93E}" dt="2025-09-21T09:33:09.546" v="99" actId="47"/>
        <pc:sldMkLst>
          <pc:docMk/>
          <pc:sldMk cId="267473490" sldId="265"/>
        </pc:sldMkLst>
        <pc:spChg chg="del">
          <ac:chgData name="Ujjwal Hirwani" userId="be431683d70c6771" providerId="LiveId" clId="{989C359F-F33B-4DCE-AB7B-2B74581EE93E}" dt="2025-09-21T09:33:02.151" v="98"/>
          <ac:spMkLst>
            <pc:docMk/>
            <pc:sldMk cId="267473490" sldId="265"/>
            <ac:spMk id="13" creationId="{1CBB8810-2374-FE37-DEEF-107CF5451149}"/>
          </ac:spMkLst>
        </pc:spChg>
        <pc:grpChg chg="del">
          <ac:chgData name="Ujjwal Hirwani" userId="be431683d70c6771" providerId="LiveId" clId="{989C359F-F33B-4DCE-AB7B-2B74581EE93E}" dt="2025-09-21T09:33:02.151" v="98"/>
          <ac:grpSpMkLst>
            <pc:docMk/>
            <pc:sldMk cId="267473490" sldId="265"/>
            <ac:grpSpMk id="15" creationId="{7BC2DFE1-17E7-2A04-819D-1A0DDA15C071}"/>
          </ac:grpSpMkLst>
        </pc:grpChg>
      </pc:sldChg>
      <pc:sldChg chg="modSp add mod">
        <pc:chgData name="Ujjwal Hirwani" userId="be431683d70c6771" providerId="LiveId" clId="{989C359F-F33B-4DCE-AB7B-2B74581EE93E}" dt="2025-09-21T09:52:50.755" v="248" actId="20577"/>
        <pc:sldMkLst>
          <pc:docMk/>
          <pc:sldMk cId="2184445126" sldId="265"/>
        </pc:sldMkLst>
        <pc:spChg chg="mod">
          <ac:chgData name="Ujjwal Hirwani" userId="be431683d70c6771" providerId="LiveId" clId="{989C359F-F33B-4DCE-AB7B-2B74581EE93E}" dt="2025-09-21T09:52:50.755" v="248" actId="20577"/>
          <ac:spMkLst>
            <pc:docMk/>
            <pc:sldMk cId="2184445126" sldId="265"/>
            <ac:spMk id="4" creationId="{81833123-075B-68B2-F283-D4D401EB34F1}"/>
          </ac:spMkLst>
        </pc:spChg>
        <pc:picChg chg="mod modCrop">
          <ac:chgData name="Ujjwal Hirwani" userId="be431683d70c6771" providerId="LiveId" clId="{989C359F-F33B-4DCE-AB7B-2B74581EE93E}" dt="2025-09-21T09:51:30.015" v="233" actId="1076"/>
          <ac:picMkLst>
            <pc:docMk/>
            <pc:sldMk cId="2184445126" sldId="265"/>
            <ac:picMk id="11" creationId="{6E1A1BE1-02AF-2907-6172-0817904053BE}"/>
          </ac:picMkLst>
        </pc:picChg>
      </pc:sldChg>
      <pc:sldChg chg="del">
        <pc:chgData name="Ujjwal Hirwani" userId="be431683d70c6771" providerId="LiveId" clId="{989C359F-F33B-4DCE-AB7B-2B74581EE93E}" dt="2025-09-21T09:30:32.833" v="2" actId="47"/>
        <pc:sldMkLst>
          <pc:docMk/>
          <pc:sldMk cId="2267802306" sldId="265"/>
        </pc:sldMkLst>
      </pc:sldChg>
      <pc:sldChg chg="modSp new del mod">
        <pc:chgData name="Ujjwal Hirwani" userId="be431683d70c6771" providerId="LiveId" clId="{989C359F-F33B-4DCE-AB7B-2B74581EE93E}" dt="2025-09-21T09:32:41.849" v="95" actId="47"/>
        <pc:sldMkLst>
          <pc:docMk/>
          <pc:sldMk cId="3030195500" sldId="265"/>
        </pc:sldMkLst>
        <pc:spChg chg="mod">
          <ac:chgData name="Ujjwal Hirwani" userId="be431683d70c6771" providerId="LiveId" clId="{989C359F-F33B-4DCE-AB7B-2B74581EE93E}" dt="2025-09-21T09:31:49.162" v="92" actId="20577"/>
          <ac:spMkLst>
            <pc:docMk/>
            <pc:sldMk cId="3030195500" sldId="265"/>
            <ac:spMk id="2" creationId="{E798557A-9978-8ED3-855C-8C60ED3DE3C9}"/>
          </ac:spMkLst>
        </pc:spChg>
      </pc:sldChg>
      <pc:sldChg chg="del">
        <pc:chgData name="Ujjwal Hirwani" userId="be431683d70c6771" providerId="LiveId" clId="{989C359F-F33B-4DCE-AB7B-2B74581EE93E}" dt="2025-09-21T09:30:33.101" v="3" actId="47"/>
        <pc:sldMkLst>
          <pc:docMk/>
          <pc:sldMk cId="302901792" sldId="266"/>
        </pc:sldMkLst>
      </pc:sldChg>
      <pc:sldChg chg="delSp add del setBg delDesignElem">
        <pc:chgData name="Ujjwal Hirwani" userId="be431683d70c6771" providerId="LiveId" clId="{989C359F-F33B-4DCE-AB7B-2B74581EE93E}" dt="2025-09-21T09:32:49.190" v="96" actId="47"/>
        <pc:sldMkLst>
          <pc:docMk/>
          <pc:sldMk cId="4115187013" sldId="266"/>
        </pc:sldMkLst>
        <pc:spChg chg="del">
          <ac:chgData name="Ujjwal Hirwani" userId="be431683d70c6771" providerId="LiveId" clId="{989C359F-F33B-4DCE-AB7B-2B74581EE93E}" dt="2025-09-21T09:32:39.037" v="94"/>
          <ac:spMkLst>
            <pc:docMk/>
            <pc:sldMk cId="4115187013" sldId="266"/>
            <ac:spMk id="13" creationId="{2F2B747F-5037-D746-2A82-24E68691C0B4}"/>
          </ac:spMkLst>
        </pc:spChg>
        <pc:grpChg chg="del">
          <ac:chgData name="Ujjwal Hirwani" userId="be431683d70c6771" providerId="LiveId" clId="{989C359F-F33B-4DCE-AB7B-2B74581EE93E}" dt="2025-09-21T09:32:39.037" v="94"/>
          <ac:grpSpMkLst>
            <pc:docMk/>
            <pc:sldMk cId="4115187013" sldId="266"/>
            <ac:grpSpMk id="15" creationId="{892F48FF-1E2D-4BFB-948B-278ADCFD16B1}"/>
          </ac:grpSpMkLst>
        </pc:grpChg>
      </pc:sldChg>
      <pc:sldChg chg="addSp delSp modSp add mod ord">
        <pc:chgData name="Ujjwal Hirwani" userId="be431683d70c6771" providerId="LiveId" clId="{989C359F-F33B-4DCE-AB7B-2B74581EE93E}" dt="2025-09-21T10:05:15.608" v="392"/>
        <pc:sldMkLst>
          <pc:docMk/>
          <pc:sldMk cId="4140290712" sldId="266"/>
        </pc:sldMkLst>
        <pc:spChg chg="add del">
          <ac:chgData name="Ujjwal Hirwani" userId="be431683d70c6771" providerId="LiveId" clId="{989C359F-F33B-4DCE-AB7B-2B74581EE93E}" dt="2025-09-21T09:56:22.003" v="276" actId="22"/>
          <ac:spMkLst>
            <pc:docMk/>
            <pc:sldMk cId="4140290712" sldId="266"/>
            <ac:spMk id="3" creationId="{7E2FD846-593B-DC1F-171E-DFCD365E6BB8}"/>
          </ac:spMkLst>
        </pc:spChg>
        <pc:spChg chg="mod">
          <ac:chgData name="Ujjwal Hirwani" userId="be431683d70c6771" providerId="LiveId" clId="{989C359F-F33B-4DCE-AB7B-2B74581EE93E}" dt="2025-09-21T09:54:10.366" v="268" actId="20577"/>
          <ac:spMkLst>
            <pc:docMk/>
            <pc:sldMk cId="4140290712" sldId="266"/>
            <ac:spMk id="5" creationId="{02E1A0C0-37A3-A9F4-FB66-1FB204AA91DA}"/>
          </ac:spMkLst>
        </pc:spChg>
        <pc:spChg chg="mod">
          <ac:chgData name="Ujjwal Hirwani" userId="be431683d70c6771" providerId="LiveId" clId="{989C359F-F33B-4DCE-AB7B-2B74581EE93E}" dt="2025-09-21T10:05:15.608" v="392"/>
          <ac:spMkLst>
            <pc:docMk/>
            <pc:sldMk cId="4140290712" sldId="266"/>
            <ac:spMk id="9" creationId="{69834B40-385F-6333-CFB2-F3C00FB4A7AB}"/>
          </ac:spMkLst>
        </pc:spChg>
        <pc:picChg chg="add mod modCrop">
          <ac:chgData name="Ujjwal Hirwani" userId="be431683d70c6771" providerId="LiveId" clId="{989C359F-F33B-4DCE-AB7B-2B74581EE93E}" dt="2025-09-21T09:58:22.660" v="311" actId="1076"/>
          <ac:picMkLst>
            <pc:docMk/>
            <pc:sldMk cId="4140290712" sldId="266"/>
            <ac:picMk id="6" creationId="{75874F79-305E-2A55-1562-54948026565C}"/>
          </ac:picMkLst>
        </pc:picChg>
        <pc:picChg chg="del mod">
          <ac:chgData name="Ujjwal Hirwani" userId="be431683d70c6771" providerId="LiveId" clId="{989C359F-F33B-4DCE-AB7B-2B74581EE93E}" dt="2025-09-21T09:56:19.038" v="274" actId="478"/>
          <ac:picMkLst>
            <pc:docMk/>
            <pc:sldMk cId="4140290712" sldId="266"/>
            <ac:picMk id="2053" creationId="{EE750F69-4F24-2C74-0529-F04C28D0BC56}"/>
          </ac:picMkLst>
        </pc:picChg>
      </pc:sldChg>
      <pc:sldChg chg="del">
        <pc:chgData name="Ujjwal Hirwani" userId="be431683d70c6771" providerId="LiveId" clId="{989C359F-F33B-4DCE-AB7B-2B74581EE93E}" dt="2025-09-21T09:30:33.415" v="4" actId="47"/>
        <pc:sldMkLst>
          <pc:docMk/>
          <pc:sldMk cId="1015562205" sldId="267"/>
        </pc:sldMkLst>
      </pc:sldChg>
      <pc:sldChg chg="modSp add mod">
        <pc:chgData name="Ujjwal Hirwani" userId="be431683d70c6771" providerId="LiveId" clId="{989C359F-F33B-4DCE-AB7B-2B74581EE93E}" dt="2025-09-21T10:05:48.891" v="396" actId="5793"/>
        <pc:sldMkLst>
          <pc:docMk/>
          <pc:sldMk cId="1844916999" sldId="267"/>
        </pc:sldMkLst>
        <pc:spChg chg="mod">
          <ac:chgData name="Ujjwal Hirwani" userId="be431683d70c6771" providerId="LiveId" clId="{989C359F-F33B-4DCE-AB7B-2B74581EE93E}" dt="2025-09-21T10:05:48.891" v="396" actId="5793"/>
          <ac:spMkLst>
            <pc:docMk/>
            <pc:sldMk cId="1844916999" sldId="267"/>
            <ac:spMk id="9" creationId="{9F4A751E-C36C-1FB6-9F2F-9BABFCA5AAC0}"/>
          </ac:spMkLst>
        </pc:spChg>
      </pc:sldChg>
      <pc:sldChg chg="addSp delSp modSp add mod ord">
        <pc:chgData name="Ujjwal Hirwani" userId="be431683d70c6771" providerId="LiveId" clId="{989C359F-F33B-4DCE-AB7B-2B74581EE93E}" dt="2025-09-21T10:26:11.991" v="440" actId="1076"/>
        <pc:sldMkLst>
          <pc:docMk/>
          <pc:sldMk cId="2080729000" sldId="268"/>
        </pc:sldMkLst>
        <pc:spChg chg="add">
          <ac:chgData name="Ujjwal Hirwani" userId="be431683d70c6771" providerId="LiveId" clId="{989C359F-F33B-4DCE-AB7B-2B74581EE93E}" dt="2025-09-21T10:20:28.277" v="408"/>
          <ac:spMkLst>
            <pc:docMk/>
            <pc:sldMk cId="2080729000" sldId="268"/>
            <ac:spMk id="2" creationId="{E60B2006-C613-723E-CA6F-B43599B00CF5}"/>
          </ac:spMkLst>
        </pc:spChg>
        <pc:spChg chg="add">
          <ac:chgData name="Ujjwal Hirwani" userId="be431683d70c6771" providerId="LiveId" clId="{989C359F-F33B-4DCE-AB7B-2B74581EE93E}" dt="2025-09-21T10:20:28.277" v="408"/>
          <ac:spMkLst>
            <pc:docMk/>
            <pc:sldMk cId="2080729000" sldId="268"/>
            <ac:spMk id="3" creationId="{6A8CF5FC-F38D-A3C5-8BD7-653F6E8B3FD4}"/>
          </ac:spMkLst>
        </pc:spChg>
        <pc:spChg chg="add">
          <ac:chgData name="Ujjwal Hirwani" userId="be431683d70c6771" providerId="LiveId" clId="{989C359F-F33B-4DCE-AB7B-2B74581EE93E}" dt="2025-09-21T10:20:28.277" v="408"/>
          <ac:spMkLst>
            <pc:docMk/>
            <pc:sldMk cId="2080729000" sldId="268"/>
            <ac:spMk id="4" creationId="{F6E4B9EF-0781-C5E4-29BE-C4C1100DC714}"/>
          </ac:spMkLst>
        </pc:spChg>
        <pc:spChg chg="mod">
          <ac:chgData name="Ujjwal Hirwani" userId="be431683d70c6771" providerId="LiveId" clId="{989C359F-F33B-4DCE-AB7B-2B74581EE93E}" dt="2025-09-21T10:18:30.977" v="407"/>
          <ac:spMkLst>
            <pc:docMk/>
            <pc:sldMk cId="2080729000" sldId="268"/>
            <ac:spMk id="5" creationId="{9CDE93F3-C231-7EAB-D067-8D87134E35B3}"/>
          </ac:spMkLst>
        </pc:spChg>
        <pc:spChg chg="add">
          <ac:chgData name="Ujjwal Hirwani" userId="be431683d70c6771" providerId="LiveId" clId="{989C359F-F33B-4DCE-AB7B-2B74581EE93E}" dt="2025-09-21T10:20:28.277" v="408"/>
          <ac:spMkLst>
            <pc:docMk/>
            <pc:sldMk cId="2080729000" sldId="268"/>
            <ac:spMk id="7" creationId="{48362E54-1655-908F-CB53-56EBEA3124E4}"/>
          </ac:spMkLst>
        </pc:spChg>
        <pc:spChg chg="add">
          <ac:chgData name="Ujjwal Hirwani" userId="be431683d70c6771" providerId="LiveId" clId="{989C359F-F33B-4DCE-AB7B-2B74581EE93E}" dt="2025-09-21T10:20:28.277" v="408"/>
          <ac:spMkLst>
            <pc:docMk/>
            <pc:sldMk cId="2080729000" sldId="268"/>
            <ac:spMk id="8" creationId="{041E0136-8539-7421-8FC6-1ADFFEC41FA4}"/>
          </ac:spMkLst>
        </pc:spChg>
        <pc:spChg chg="mod">
          <ac:chgData name="Ujjwal Hirwani" userId="be431683d70c6771" providerId="LiveId" clId="{989C359F-F33B-4DCE-AB7B-2B74581EE93E}" dt="2025-09-21T10:26:08.712" v="439" actId="14100"/>
          <ac:spMkLst>
            <pc:docMk/>
            <pc:sldMk cId="2080729000" sldId="268"/>
            <ac:spMk id="9" creationId="{11364CC1-6219-0CC6-D6C7-949A6E589E5C}"/>
          </ac:spMkLst>
        </pc:spChg>
        <pc:spChg chg="add">
          <ac:chgData name="Ujjwal Hirwani" userId="be431683d70c6771" providerId="LiveId" clId="{989C359F-F33B-4DCE-AB7B-2B74581EE93E}" dt="2025-09-21T10:20:31.887" v="410"/>
          <ac:spMkLst>
            <pc:docMk/>
            <pc:sldMk cId="2080729000" sldId="268"/>
            <ac:spMk id="10" creationId="{913D18E4-D535-E6FA-FEAE-0658DF2251A3}"/>
          </ac:spMkLst>
        </pc:spChg>
        <pc:spChg chg="add">
          <ac:chgData name="Ujjwal Hirwani" userId="be431683d70c6771" providerId="LiveId" clId="{989C359F-F33B-4DCE-AB7B-2B74581EE93E}" dt="2025-09-21T10:20:31.887" v="410"/>
          <ac:spMkLst>
            <pc:docMk/>
            <pc:sldMk cId="2080729000" sldId="268"/>
            <ac:spMk id="11" creationId="{24BDBDC5-01B9-4879-F782-F4B2D6C28BE3}"/>
          </ac:spMkLst>
        </pc:spChg>
        <pc:spChg chg="add">
          <ac:chgData name="Ujjwal Hirwani" userId="be431683d70c6771" providerId="LiveId" clId="{989C359F-F33B-4DCE-AB7B-2B74581EE93E}" dt="2025-09-21T10:20:31.887" v="410"/>
          <ac:spMkLst>
            <pc:docMk/>
            <pc:sldMk cId="2080729000" sldId="268"/>
            <ac:spMk id="12" creationId="{368A722B-548E-A2CB-40BD-1180244CE3BF}"/>
          </ac:spMkLst>
        </pc:spChg>
        <pc:spChg chg="add">
          <ac:chgData name="Ujjwal Hirwani" userId="be431683d70c6771" providerId="LiveId" clId="{989C359F-F33B-4DCE-AB7B-2B74581EE93E}" dt="2025-09-21T10:20:31.887" v="410"/>
          <ac:spMkLst>
            <pc:docMk/>
            <pc:sldMk cId="2080729000" sldId="268"/>
            <ac:spMk id="13" creationId="{CF824FF2-7CA6-A88D-AA76-8BA7F35B0C3E}"/>
          </ac:spMkLst>
        </pc:spChg>
        <pc:spChg chg="add">
          <ac:chgData name="Ujjwal Hirwani" userId="be431683d70c6771" providerId="LiveId" clId="{989C359F-F33B-4DCE-AB7B-2B74581EE93E}" dt="2025-09-21T10:20:31.887" v="410"/>
          <ac:spMkLst>
            <pc:docMk/>
            <pc:sldMk cId="2080729000" sldId="268"/>
            <ac:spMk id="14" creationId="{0D5CABDD-3D17-9C87-E838-497179BF1F95}"/>
          </ac:spMkLst>
        </pc:spChg>
        <pc:picChg chg="del mod">
          <ac:chgData name="Ujjwal Hirwani" userId="be431683d70c6771" providerId="LiveId" clId="{989C359F-F33B-4DCE-AB7B-2B74581EE93E}" dt="2025-09-21T10:23:35.586" v="423" actId="478"/>
          <ac:picMkLst>
            <pc:docMk/>
            <pc:sldMk cId="2080729000" sldId="268"/>
            <ac:picMk id="6" creationId="{4137AC0B-344A-8446-0887-5422AD84EFB9}"/>
          </ac:picMkLst>
        </pc:picChg>
        <pc:picChg chg="add mod">
          <ac:chgData name="Ujjwal Hirwani" userId="be431683d70c6771" providerId="LiveId" clId="{989C359F-F33B-4DCE-AB7B-2B74581EE93E}" dt="2025-09-21T10:26:11.991" v="440" actId="1076"/>
          <ac:picMkLst>
            <pc:docMk/>
            <pc:sldMk cId="2080729000" sldId="268"/>
            <ac:picMk id="15" creationId="{AD527FE0-086A-3A70-30B7-AA46915925FA}"/>
          </ac:picMkLst>
        </pc:picChg>
      </pc:sldChg>
      <pc:sldChg chg="del">
        <pc:chgData name="Ujjwal Hirwani" userId="be431683d70c6771" providerId="LiveId" clId="{989C359F-F33B-4DCE-AB7B-2B74581EE93E}" dt="2025-09-21T09:30:33.742" v="5" actId="47"/>
        <pc:sldMkLst>
          <pc:docMk/>
          <pc:sldMk cId="3078468025" sldId="268"/>
        </pc:sldMkLst>
      </pc:sldChg>
      <pc:sldChg chg="add del">
        <pc:chgData name="Ujjwal Hirwani" userId="be431683d70c6771" providerId="LiveId" clId="{989C359F-F33B-4DCE-AB7B-2B74581EE93E}" dt="2025-09-21T09:30:37.506" v="8" actId="47"/>
        <pc:sldMkLst>
          <pc:docMk/>
          <pc:sldMk cId="1466706255" sldId="269"/>
        </pc:sldMkLst>
      </pc:sldChg>
      <pc:sldChg chg="addSp modSp add mod">
        <pc:chgData name="Ujjwal Hirwani" userId="be431683d70c6771" providerId="LiveId" clId="{989C359F-F33B-4DCE-AB7B-2B74581EE93E}" dt="2025-09-21T10:26:15.338" v="441" actId="1076"/>
        <pc:sldMkLst>
          <pc:docMk/>
          <pc:sldMk cId="1662284089" sldId="269"/>
        </pc:sldMkLst>
        <pc:spChg chg="mod">
          <ac:chgData name="Ujjwal Hirwani" userId="be431683d70c6771" providerId="LiveId" clId="{989C359F-F33B-4DCE-AB7B-2B74581EE93E}" dt="2025-09-21T10:24:57.057" v="432" actId="5793"/>
          <ac:spMkLst>
            <pc:docMk/>
            <pc:sldMk cId="1662284089" sldId="269"/>
            <ac:spMk id="9" creationId="{A21AFD68-C623-BC17-E640-0DAD77B1EFA6}"/>
          </ac:spMkLst>
        </pc:spChg>
        <pc:picChg chg="add mod">
          <ac:chgData name="Ujjwal Hirwani" userId="be431683d70c6771" providerId="LiveId" clId="{989C359F-F33B-4DCE-AB7B-2B74581EE93E}" dt="2025-09-21T10:26:15.338" v="441" actId="1076"/>
          <ac:picMkLst>
            <pc:docMk/>
            <pc:sldMk cId="1662284089" sldId="269"/>
            <ac:picMk id="3" creationId="{956E4F78-EBFC-8D40-107F-CF0D54E10F87}"/>
          </ac:picMkLst>
        </pc:picChg>
      </pc:sldChg>
      <pc:sldChg chg="new del">
        <pc:chgData name="Ujjwal Hirwani" userId="be431683d70c6771" providerId="LiveId" clId="{989C359F-F33B-4DCE-AB7B-2B74581EE93E}" dt="2025-09-21T10:33:28.641" v="444" actId="47"/>
        <pc:sldMkLst>
          <pc:docMk/>
          <pc:sldMk cId="681639670" sldId="270"/>
        </pc:sldMkLst>
      </pc:sldChg>
      <pc:sldChg chg="addSp delSp modSp add mod">
        <pc:chgData name="Ujjwal Hirwani" userId="be431683d70c6771" providerId="LiveId" clId="{989C359F-F33B-4DCE-AB7B-2B74581EE93E}" dt="2025-09-21T10:40:01.605" v="503" actId="1076"/>
        <pc:sldMkLst>
          <pc:docMk/>
          <pc:sldMk cId="71456767" sldId="271"/>
        </pc:sldMkLst>
        <pc:spChg chg="add">
          <ac:chgData name="Ujjwal Hirwani" userId="be431683d70c6771" providerId="LiveId" clId="{989C359F-F33B-4DCE-AB7B-2B74581EE93E}" dt="2025-09-21T10:39:14.873" v="498"/>
          <ac:spMkLst>
            <pc:docMk/>
            <pc:sldMk cId="71456767" sldId="271"/>
            <ac:spMk id="2" creationId="{D6B363A9-24A0-DFCD-0329-3FFAD5132E4F}"/>
          </ac:spMkLst>
        </pc:spChg>
        <pc:spChg chg="mod">
          <ac:chgData name="Ujjwal Hirwani" userId="be431683d70c6771" providerId="LiveId" clId="{989C359F-F33B-4DCE-AB7B-2B74581EE93E}" dt="2025-09-21T10:33:59.872" v="445"/>
          <ac:spMkLst>
            <pc:docMk/>
            <pc:sldMk cId="71456767" sldId="271"/>
            <ac:spMk id="5" creationId="{548A1EFA-5D72-37E0-FA4F-4DC403D5BE96}"/>
          </ac:spMkLst>
        </pc:spChg>
        <pc:spChg chg="mod">
          <ac:chgData name="Ujjwal Hirwani" userId="be431683d70c6771" providerId="LiveId" clId="{989C359F-F33B-4DCE-AB7B-2B74581EE93E}" dt="2025-09-21T10:38:06.054" v="491" actId="1076"/>
          <ac:spMkLst>
            <pc:docMk/>
            <pc:sldMk cId="71456767" sldId="271"/>
            <ac:spMk id="9" creationId="{1D602B31-E5B1-7A5F-2805-392A6101C432}"/>
          </ac:spMkLst>
        </pc:spChg>
        <pc:picChg chg="add mod">
          <ac:chgData name="Ujjwal Hirwani" userId="be431683d70c6771" providerId="LiveId" clId="{989C359F-F33B-4DCE-AB7B-2B74581EE93E}" dt="2025-09-21T10:40:01.605" v="503" actId="1076"/>
          <ac:picMkLst>
            <pc:docMk/>
            <pc:sldMk cId="71456767" sldId="271"/>
            <ac:picMk id="4" creationId="{C94A6BE8-2460-E185-342E-EB044B212B6F}"/>
          </ac:picMkLst>
        </pc:picChg>
        <pc:picChg chg="del">
          <ac:chgData name="Ujjwal Hirwani" userId="be431683d70c6771" providerId="LiveId" clId="{989C359F-F33B-4DCE-AB7B-2B74581EE93E}" dt="2025-09-21T10:35:08.437" v="452" actId="478"/>
          <ac:picMkLst>
            <pc:docMk/>
            <pc:sldMk cId="71456767" sldId="271"/>
            <ac:picMk id="2053" creationId="{AE0B122D-C257-FF2C-8EA1-ACE6556CE976}"/>
          </ac:picMkLst>
        </pc:picChg>
        <pc:picChg chg="add mod">
          <ac:chgData name="Ujjwal Hirwani" userId="be431683d70c6771" providerId="LiveId" clId="{989C359F-F33B-4DCE-AB7B-2B74581EE93E}" dt="2025-09-21T10:38:42.972" v="497" actId="1076"/>
          <ac:picMkLst>
            <pc:docMk/>
            <pc:sldMk cId="71456767" sldId="271"/>
            <ac:picMk id="3074" creationId="{E12F01A4-8FFB-0B3A-087E-1CA31B776607}"/>
          </ac:picMkLst>
        </pc:picChg>
      </pc:sldChg>
      <pc:sldChg chg="addSp delSp modSp add mod">
        <pc:chgData name="Ujjwal Hirwani" userId="be431683d70c6771" providerId="LiveId" clId="{989C359F-F33B-4DCE-AB7B-2B74581EE93E}" dt="2025-09-21T10:42:51.969" v="534" actId="113"/>
        <pc:sldMkLst>
          <pc:docMk/>
          <pc:sldMk cId="4101965754" sldId="272"/>
        </pc:sldMkLst>
        <pc:spChg chg="mod">
          <ac:chgData name="Ujjwal Hirwani" userId="be431683d70c6771" providerId="LiveId" clId="{989C359F-F33B-4DCE-AB7B-2B74581EE93E}" dt="2025-09-21T10:42:51.969" v="534" actId="113"/>
          <ac:spMkLst>
            <pc:docMk/>
            <pc:sldMk cId="4101965754" sldId="272"/>
            <ac:spMk id="9" creationId="{677112F5-E0CB-2274-0E91-79B85DA11607}"/>
          </ac:spMkLst>
        </pc:spChg>
        <pc:picChg chg="del">
          <ac:chgData name="Ujjwal Hirwani" userId="be431683d70c6771" providerId="LiveId" clId="{989C359F-F33B-4DCE-AB7B-2B74581EE93E}" dt="2025-09-21T10:40:51.913" v="524" actId="478"/>
          <ac:picMkLst>
            <pc:docMk/>
            <pc:sldMk cId="4101965754" sldId="272"/>
            <ac:picMk id="4" creationId="{0F85FB90-0AA0-28D6-0212-C64986E79FE1}"/>
          </ac:picMkLst>
        </pc:picChg>
        <pc:picChg chg="del">
          <ac:chgData name="Ujjwal Hirwani" userId="be431683d70c6771" providerId="LiveId" clId="{989C359F-F33B-4DCE-AB7B-2B74581EE93E}" dt="2025-09-21T10:40:51.296" v="523" actId="478"/>
          <ac:picMkLst>
            <pc:docMk/>
            <pc:sldMk cId="4101965754" sldId="272"/>
            <ac:picMk id="3074" creationId="{D606A3CB-E9F8-6D6D-E962-279CBCE32040}"/>
          </ac:picMkLst>
        </pc:picChg>
        <pc:picChg chg="add mod">
          <ac:chgData name="Ujjwal Hirwani" userId="be431683d70c6771" providerId="LiveId" clId="{989C359F-F33B-4DCE-AB7B-2B74581EE93E}" dt="2025-09-21T10:42:42.041" v="532" actId="1076"/>
          <ac:picMkLst>
            <pc:docMk/>
            <pc:sldMk cId="4101965754" sldId="272"/>
            <ac:picMk id="4098" creationId="{9FC41CE4-E10C-B68D-FB73-27B973A6CCAD}"/>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9C16A6-8C48-4165-8DAF-8C957C12A8FA}" type="doc">
      <dgm:prSet loTypeId="urn:microsoft.com/office/officeart/2018/2/layout/IconLabelList" loCatId="icon" qsTypeId="urn:microsoft.com/office/officeart/2005/8/quickstyle/simple1" qsCatId="simple" csTypeId="urn:microsoft.com/office/officeart/2018/5/colors/Iconchunking_neutralbg_accent2_2" csCatId="accent2" phldr="1"/>
      <dgm:spPr/>
    </dgm:pt>
    <dgm:pt modelId="{701D68F5-42F8-47BC-8FED-84C50F595DF0}">
      <dgm:prSet phldrT="[Text]"/>
      <dgm:spPr/>
      <dgm:t>
        <a:bodyPr/>
        <a:lstStyle/>
        <a:p>
          <a:r>
            <a:rPr lang="en-ZA" dirty="0"/>
            <a:t>GDP per Capita Prediction</a:t>
          </a:r>
          <a:endParaRPr lang="en-US" dirty="0"/>
        </a:p>
      </dgm:t>
    </dgm:pt>
    <dgm:pt modelId="{9617668C-C38C-4017-8DDF-37855B15D110}" type="parTrans" cxnId="{C4BA385D-31ED-40EF-A5D6-98DFBA64E71A}">
      <dgm:prSet/>
      <dgm:spPr/>
      <dgm:t>
        <a:bodyPr/>
        <a:lstStyle/>
        <a:p>
          <a:endParaRPr lang="en-US"/>
        </a:p>
      </dgm:t>
    </dgm:pt>
    <dgm:pt modelId="{0C95B389-AC0C-4055-9AA3-38815EFC8B0A}" type="sibTrans" cxnId="{C4BA385D-31ED-40EF-A5D6-98DFBA64E71A}">
      <dgm:prSet/>
      <dgm:spPr/>
      <dgm:t>
        <a:bodyPr/>
        <a:lstStyle/>
        <a:p>
          <a:endParaRPr lang="en-US"/>
        </a:p>
      </dgm:t>
    </dgm:pt>
    <dgm:pt modelId="{91A66877-AC1C-46D9-BF2C-6024B638DEA9}">
      <dgm:prSet phldrT="[Text]"/>
      <dgm:spPr/>
      <dgm:t>
        <a:bodyPr/>
        <a:lstStyle/>
        <a:p>
          <a:r>
            <a:rPr lang="en-US" dirty="0"/>
            <a:t>Modeling key Economic Indicators </a:t>
          </a:r>
        </a:p>
      </dgm:t>
    </dgm:pt>
    <dgm:pt modelId="{913FED05-DF41-48A7-B1F8-81937A468EF9}" type="parTrans" cxnId="{7F0DAB6F-9257-4F2D-B31A-3418F73F6952}">
      <dgm:prSet/>
      <dgm:spPr/>
      <dgm:t>
        <a:bodyPr/>
        <a:lstStyle/>
        <a:p>
          <a:endParaRPr lang="en-US"/>
        </a:p>
      </dgm:t>
    </dgm:pt>
    <dgm:pt modelId="{BFCE4A28-C381-46FF-935A-B11534EF7D87}" type="sibTrans" cxnId="{7F0DAB6F-9257-4F2D-B31A-3418F73F6952}">
      <dgm:prSet/>
      <dgm:spPr/>
      <dgm:t>
        <a:bodyPr/>
        <a:lstStyle/>
        <a:p>
          <a:endParaRPr lang="en-US"/>
        </a:p>
      </dgm:t>
    </dgm:pt>
    <dgm:pt modelId="{76CC3289-2662-43F0-A3C6-BA04A135F08C}">
      <dgm:prSet phldrT="[Text]"/>
      <dgm:spPr/>
      <dgm:t>
        <a:bodyPr/>
        <a:lstStyle/>
        <a:p>
          <a:r>
            <a:rPr lang="en-US" dirty="0"/>
            <a:t>Enhancing Policies and Decision Making</a:t>
          </a:r>
        </a:p>
      </dgm:t>
    </dgm:pt>
    <dgm:pt modelId="{D46DB4DA-1442-4ECE-89FE-BBB1E3489E3D}" type="parTrans" cxnId="{0400886E-8A1A-44C2-95A7-DB0EF4911494}">
      <dgm:prSet/>
      <dgm:spPr/>
      <dgm:t>
        <a:bodyPr/>
        <a:lstStyle/>
        <a:p>
          <a:endParaRPr lang="en-US"/>
        </a:p>
      </dgm:t>
    </dgm:pt>
    <dgm:pt modelId="{FA28C9D6-476E-43CD-BA23-D6D990FD78D0}" type="sibTrans" cxnId="{0400886E-8A1A-44C2-95A7-DB0EF4911494}">
      <dgm:prSet/>
      <dgm:spPr/>
      <dgm:t>
        <a:bodyPr/>
        <a:lstStyle/>
        <a:p>
          <a:endParaRPr lang="en-US"/>
        </a:p>
      </dgm:t>
    </dgm:pt>
    <dgm:pt modelId="{8994D886-A75F-411A-A9D7-D31991FF12BD}" type="pres">
      <dgm:prSet presAssocID="{7D9C16A6-8C48-4165-8DAF-8C957C12A8FA}" presName="root" presStyleCnt="0">
        <dgm:presLayoutVars>
          <dgm:dir/>
          <dgm:resizeHandles val="exact"/>
        </dgm:presLayoutVars>
      </dgm:prSet>
      <dgm:spPr/>
    </dgm:pt>
    <dgm:pt modelId="{E1DBA6D5-BD14-4CD2-A0CC-80F867FEFA81}" type="pres">
      <dgm:prSet presAssocID="{701D68F5-42F8-47BC-8FED-84C50F595DF0}" presName="compNode" presStyleCnt="0"/>
      <dgm:spPr/>
    </dgm:pt>
    <dgm:pt modelId="{19A8DC21-3E65-409D-AD53-DA51BB9198A0}" type="pres">
      <dgm:prSet presAssocID="{701D68F5-42F8-47BC-8FED-84C50F595DF0}" presName="iconRect" presStyleLbl="node1" presStyleIdx="0" presStyleCnt="3" custScaleX="157625" custScaleY="15762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Bar chart with solid fill"/>
        </a:ext>
      </dgm:extLst>
    </dgm:pt>
    <dgm:pt modelId="{B9F90A48-FF94-4C94-A587-0190406F6FD3}" type="pres">
      <dgm:prSet presAssocID="{701D68F5-42F8-47BC-8FED-84C50F595DF0}" presName="spaceRect" presStyleCnt="0"/>
      <dgm:spPr/>
    </dgm:pt>
    <dgm:pt modelId="{A99B5DD6-89E9-4537-B415-4205CEB9323A}" type="pres">
      <dgm:prSet presAssocID="{701D68F5-42F8-47BC-8FED-84C50F595DF0}" presName="textRect" presStyleLbl="revTx" presStyleIdx="0" presStyleCnt="3">
        <dgm:presLayoutVars>
          <dgm:chMax val="1"/>
          <dgm:chPref val="1"/>
        </dgm:presLayoutVars>
      </dgm:prSet>
      <dgm:spPr/>
    </dgm:pt>
    <dgm:pt modelId="{8B391436-B9B0-45BD-A57F-792D6376D868}" type="pres">
      <dgm:prSet presAssocID="{0C95B389-AC0C-4055-9AA3-38815EFC8B0A}" presName="sibTrans" presStyleCnt="0"/>
      <dgm:spPr/>
    </dgm:pt>
    <dgm:pt modelId="{95872155-C45D-46D3-874C-D838089A06F8}" type="pres">
      <dgm:prSet presAssocID="{91A66877-AC1C-46D9-BF2C-6024B638DEA9}" presName="compNode" presStyleCnt="0"/>
      <dgm:spPr/>
    </dgm:pt>
    <dgm:pt modelId="{CE9DF0E8-B0DE-4E1E-9FF4-6006AD8428DB}" type="pres">
      <dgm:prSet presAssocID="{91A66877-AC1C-46D9-BF2C-6024B638DEA9}" presName="iconRect" presStyleLbl="node1" presStyleIdx="1" presStyleCnt="3" custScaleX="157625" custScaleY="157625"/>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Coins with solid fill"/>
        </a:ext>
      </dgm:extLst>
    </dgm:pt>
    <dgm:pt modelId="{AA0423A1-55B2-45E9-BFE7-3FBE5BDA65ED}" type="pres">
      <dgm:prSet presAssocID="{91A66877-AC1C-46D9-BF2C-6024B638DEA9}" presName="spaceRect" presStyleCnt="0"/>
      <dgm:spPr/>
    </dgm:pt>
    <dgm:pt modelId="{55120873-6F5C-4053-8EAD-6287A7F1097E}" type="pres">
      <dgm:prSet presAssocID="{91A66877-AC1C-46D9-BF2C-6024B638DEA9}" presName="textRect" presStyleLbl="revTx" presStyleIdx="1" presStyleCnt="3">
        <dgm:presLayoutVars>
          <dgm:chMax val="1"/>
          <dgm:chPref val="1"/>
        </dgm:presLayoutVars>
      </dgm:prSet>
      <dgm:spPr/>
    </dgm:pt>
    <dgm:pt modelId="{F679C986-30E4-4F0A-A3A6-CAE528BFED76}" type="pres">
      <dgm:prSet presAssocID="{BFCE4A28-C381-46FF-935A-B11534EF7D87}" presName="sibTrans" presStyleCnt="0"/>
      <dgm:spPr/>
    </dgm:pt>
    <dgm:pt modelId="{2EC2FDE3-8908-45C7-A3FD-EB370213FE69}" type="pres">
      <dgm:prSet presAssocID="{76CC3289-2662-43F0-A3C6-BA04A135F08C}" presName="compNode" presStyleCnt="0"/>
      <dgm:spPr/>
    </dgm:pt>
    <dgm:pt modelId="{6DB1FE51-13D0-4A38-AD6E-48D4371A1AF3}" type="pres">
      <dgm:prSet presAssocID="{76CC3289-2662-43F0-A3C6-BA04A135F08C}" presName="iconRect" presStyleLbl="node1" presStyleIdx="2" presStyleCnt="3" custScaleX="157625" custScaleY="157625"/>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Bullseye with solid fill"/>
        </a:ext>
      </dgm:extLst>
    </dgm:pt>
    <dgm:pt modelId="{0928538A-05CC-4A79-BD5D-92F985D1EEE5}" type="pres">
      <dgm:prSet presAssocID="{76CC3289-2662-43F0-A3C6-BA04A135F08C}" presName="spaceRect" presStyleCnt="0"/>
      <dgm:spPr/>
    </dgm:pt>
    <dgm:pt modelId="{133097FC-B1F8-4953-B0AB-E8E73D968D1C}" type="pres">
      <dgm:prSet presAssocID="{76CC3289-2662-43F0-A3C6-BA04A135F08C}" presName="textRect" presStyleLbl="revTx" presStyleIdx="2" presStyleCnt="3">
        <dgm:presLayoutVars>
          <dgm:chMax val="1"/>
          <dgm:chPref val="1"/>
        </dgm:presLayoutVars>
      </dgm:prSet>
      <dgm:spPr/>
    </dgm:pt>
  </dgm:ptLst>
  <dgm:cxnLst>
    <dgm:cxn modelId="{1B8CB22C-9648-419B-97E9-4AA6C3555723}" type="presOf" srcId="{701D68F5-42F8-47BC-8FED-84C50F595DF0}" destId="{A99B5DD6-89E9-4537-B415-4205CEB9323A}" srcOrd="0" destOrd="0" presId="urn:microsoft.com/office/officeart/2018/2/layout/IconLabelList"/>
    <dgm:cxn modelId="{C4BA385D-31ED-40EF-A5D6-98DFBA64E71A}" srcId="{7D9C16A6-8C48-4165-8DAF-8C957C12A8FA}" destId="{701D68F5-42F8-47BC-8FED-84C50F595DF0}" srcOrd="0" destOrd="0" parTransId="{9617668C-C38C-4017-8DDF-37855B15D110}" sibTransId="{0C95B389-AC0C-4055-9AA3-38815EFC8B0A}"/>
    <dgm:cxn modelId="{5574CC64-4BF2-43BE-BABC-6DF1E58A4C74}" type="presOf" srcId="{7D9C16A6-8C48-4165-8DAF-8C957C12A8FA}" destId="{8994D886-A75F-411A-A9D7-D31991FF12BD}" srcOrd="0" destOrd="0" presId="urn:microsoft.com/office/officeart/2018/2/layout/IconLabelList"/>
    <dgm:cxn modelId="{0400886E-8A1A-44C2-95A7-DB0EF4911494}" srcId="{7D9C16A6-8C48-4165-8DAF-8C957C12A8FA}" destId="{76CC3289-2662-43F0-A3C6-BA04A135F08C}" srcOrd="2" destOrd="0" parTransId="{D46DB4DA-1442-4ECE-89FE-BBB1E3489E3D}" sibTransId="{FA28C9D6-476E-43CD-BA23-D6D990FD78D0}"/>
    <dgm:cxn modelId="{7F0DAB6F-9257-4F2D-B31A-3418F73F6952}" srcId="{7D9C16A6-8C48-4165-8DAF-8C957C12A8FA}" destId="{91A66877-AC1C-46D9-BF2C-6024B638DEA9}" srcOrd="1" destOrd="0" parTransId="{913FED05-DF41-48A7-B1F8-81937A468EF9}" sibTransId="{BFCE4A28-C381-46FF-935A-B11534EF7D87}"/>
    <dgm:cxn modelId="{EC5C6E85-C523-4B60-976B-342F12E3A6CB}" type="presOf" srcId="{91A66877-AC1C-46D9-BF2C-6024B638DEA9}" destId="{55120873-6F5C-4053-8EAD-6287A7F1097E}" srcOrd="0" destOrd="0" presId="urn:microsoft.com/office/officeart/2018/2/layout/IconLabelList"/>
    <dgm:cxn modelId="{6E31C6AB-C9E6-448F-A8CC-566A63619D4D}" type="presOf" srcId="{76CC3289-2662-43F0-A3C6-BA04A135F08C}" destId="{133097FC-B1F8-4953-B0AB-E8E73D968D1C}" srcOrd="0" destOrd="0" presId="urn:microsoft.com/office/officeart/2018/2/layout/IconLabelList"/>
    <dgm:cxn modelId="{2AD6E781-3ED2-484E-B438-73386D2C583D}" type="presParOf" srcId="{8994D886-A75F-411A-A9D7-D31991FF12BD}" destId="{E1DBA6D5-BD14-4CD2-A0CC-80F867FEFA81}" srcOrd="0" destOrd="0" presId="urn:microsoft.com/office/officeart/2018/2/layout/IconLabelList"/>
    <dgm:cxn modelId="{10B2B212-528C-471D-ABD0-D66ED992B833}" type="presParOf" srcId="{E1DBA6D5-BD14-4CD2-A0CC-80F867FEFA81}" destId="{19A8DC21-3E65-409D-AD53-DA51BB9198A0}" srcOrd="0" destOrd="0" presId="urn:microsoft.com/office/officeart/2018/2/layout/IconLabelList"/>
    <dgm:cxn modelId="{2A8FB3D0-F98B-4F5A-BACA-4315E38776FB}" type="presParOf" srcId="{E1DBA6D5-BD14-4CD2-A0CC-80F867FEFA81}" destId="{B9F90A48-FF94-4C94-A587-0190406F6FD3}" srcOrd="1" destOrd="0" presId="urn:microsoft.com/office/officeart/2018/2/layout/IconLabelList"/>
    <dgm:cxn modelId="{95FEF629-9884-451C-89B4-41B897ABE3D6}" type="presParOf" srcId="{E1DBA6D5-BD14-4CD2-A0CC-80F867FEFA81}" destId="{A99B5DD6-89E9-4537-B415-4205CEB9323A}" srcOrd="2" destOrd="0" presId="urn:microsoft.com/office/officeart/2018/2/layout/IconLabelList"/>
    <dgm:cxn modelId="{0FE6827F-DE80-4F8A-8E9D-7F88C0F7EF29}" type="presParOf" srcId="{8994D886-A75F-411A-A9D7-D31991FF12BD}" destId="{8B391436-B9B0-45BD-A57F-792D6376D868}" srcOrd="1" destOrd="0" presId="urn:microsoft.com/office/officeart/2018/2/layout/IconLabelList"/>
    <dgm:cxn modelId="{4857BE3A-D518-473D-AC79-7B9BF18B9824}" type="presParOf" srcId="{8994D886-A75F-411A-A9D7-D31991FF12BD}" destId="{95872155-C45D-46D3-874C-D838089A06F8}" srcOrd="2" destOrd="0" presId="urn:microsoft.com/office/officeart/2018/2/layout/IconLabelList"/>
    <dgm:cxn modelId="{B4B325C4-81F2-4B3E-8CBF-4532B0BFA343}" type="presParOf" srcId="{95872155-C45D-46D3-874C-D838089A06F8}" destId="{CE9DF0E8-B0DE-4E1E-9FF4-6006AD8428DB}" srcOrd="0" destOrd="0" presId="urn:microsoft.com/office/officeart/2018/2/layout/IconLabelList"/>
    <dgm:cxn modelId="{0AE6D335-6E55-47E1-BAD8-0368620AB8F6}" type="presParOf" srcId="{95872155-C45D-46D3-874C-D838089A06F8}" destId="{AA0423A1-55B2-45E9-BFE7-3FBE5BDA65ED}" srcOrd="1" destOrd="0" presId="urn:microsoft.com/office/officeart/2018/2/layout/IconLabelList"/>
    <dgm:cxn modelId="{AFEE8CCD-97FE-4EFA-A584-DF6AFDAD2B20}" type="presParOf" srcId="{95872155-C45D-46D3-874C-D838089A06F8}" destId="{55120873-6F5C-4053-8EAD-6287A7F1097E}" srcOrd="2" destOrd="0" presId="urn:microsoft.com/office/officeart/2018/2/layout/IconLabelList"/>
    <dgm:cxn modelId="{26649F18-C204-4047-8300-905486AB3755}" type="presParOf" srcId="{8994D886-A75F-411A-A9D7-D31991FF12BD}" destId="{F679C986-30E4-4F0A-A3A6-CAE528BFED76}" srcOrd="3" destOrd="0" presId="urn:microsoft.com/office/officeart/2018/2/layout/IconLabelList"/>
    <dgm:cxn modelId="{898D629F-DA37-435F-A0B2-0617605D711A}" type="presParOf" srcId="{8994D886-A75F-411A-A9D7-D31991FF12BD}" destId="{2EC2FDE3-8908-45C7-A3FD-EB370213FE69}" srcOrd="4" destOrd="0" presId="urn:microsoft.com/office/officeart/2018/2/layout/IconLabelList"/>
    <dgm:cxn modelId="{2BDADB1C-15B1-4763-9B35-3792147F8F87}" type="presParOf" srcId="{2EC2FDE3-8908-45C7-A3FD-EB370213FE69}" destId="{6DB1FE51-13D0-4A38-AD6E-48D4371A1AF3}" srcOrd="0" destOrd="0" presId="urn:microsoft.com/office/officeart/2018/2/layout/IconLabelList"/>
    <dgm:cxn modelId="{F692F1E6-C6EC-4391-8432-EB6C34194240}" type="presParOf" srcId="{2EC2FDE3-8908-45C7-A3FD-EB370213FE69}" destId="{0928538A-05CC-4A79-BD5D-92F985D1EEE5}" srcOrd="1" destOrd="0" presId="urn:microsoft.com/office/officeart/2018/2/layout/IconLabelList"/>
    <dgm:cxn modelId="{0E6AF6C4-A4E5-4234-9E16-F9F2334264CD}" type="presParOf" srcId="{2EC2FDE3-8908-45C7-A3FD-EB370213FE69}" destId="{133097FC-B1F8-4953-B0AB-E8E73D968D1C}"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a:lstStyle/>
        <a:p>
          <a:endParaRPr lang="en-US"/>
        </a:p>
      </dgm:t>
    </dgm:pt>
    <dgm:pt modelId="{6750AC01-D39D-4F3A-9DC8-2A211EE986A2}">
      <dgm:prSet phldrT="[Text]"/>
      <dgm:spPr/>
      <dgm:t>
        <a:bodyPr/>
        <a:lstStyle/>
        <a:p>
          <a:pPr>
            <a:lnSpc>
              <a:spcPct val="100000"/>
            </a:lnSpc>
          </a:pPr>
          <a:r>
            <a:rPr lang="en-IN" b="1" dirty="0"/>
            <a:t>Economic Indicator Identification </a:t>
          </a:r>
          <a:endParaRPr lang="en-US" b="1" dirty="0"/>
        </a:p>
      </dgm:t>
    </dgm:pt>
    <dgm:pt modelId="{720680DC-AAA4-4434-A582-60EBCC5BA355}" type="parTrans" cxnId="{0B5DAE5F-BCDC-4BF7-A6E7-CF856886A64D}">
      <dgm:prSet/>
      <dgm:spPr/>
      <dgm:t>
        <a:bodyPr/>
        <a:lstStyle/>
        <a:p>
          <a:endParaRPr lang="en-US"/>
        </a:p>
      </dgm:t>
    </dgm:pt>
    <dgm:pt modelId="{CA077D98-8478-47EA-B6A9-99ACE60C64D4}" type="sibTrans" cxnId="{0B5DAE5F-BCDC-4BF7-A6E7-CF856886A64D}">
      <dgm:prSet/>
      <dgm:spPr/>
      <dgm:t>
        <a:bodyPr/>
        <a:lstStyle/>
        <a:p>
          <a:endParaRPr lang="en-US"/>
        </a:p>
      </dgm:t>
    </dgm:pt>
    <dgm:pt modelId="{0BEF68B8-1228-47BB-83B5-7B9CD1E3F84E}">
      <dgm:prSet phldrT="[Text]"/>
      <dgm:spPr/>
      <dgm:t>
        <a:bodyPr/>
        <a:lstStyle/>
        <a:p>
          <a:pPr>
            <a:lnSpc>
              <a:spcPct val="100000"/>
            </a:lnSpc>
          </a:pPr>
          <a:r>
            <a:rPr lang="en-IN" b="1" dirty="0"/>
            <a:t>Data Sourcing</a:t>
          </a:r>
          <a:endParaRPr lang="en-US" b="1" dirty="0"/>
        </a:p>
      </dgm:t>
    </dgm:pt>
    <dgm:pt modelId="{ED3A4BC2-B75A-4952-A38B-A42B5995DF05}" type="parTrans" cxnId="{EDEF4F82-1237-4639-A0F7-385C1897CE66}">
      <dgm:prSet/>
      <dgm:spPr/>
      <dgm:t>
        <a:bodyPr/>
        <a:lstStyle/>
        <a:p>
          <a:endParaRPr lang="en-US"/>
        </a:p>
      </dgm:t>
    </dgm:pt>
    <dgm:pt modelId="{FD949706-EDCC-4ADC-8EDF-8EDA49C92325}" type="sibTrans" cxnId="{EDEF4F82-1237-4639-A0F7-385C1897CE66}">
      <dgm:prSet/>
      <dgm:spPr/>
      <dgm:t>
        <a:bodyPr/>
        <a:lstStyle/>
        <a:p>
          <a:endParaRPr lang="en-US"/>
        </a:p>
      </dgm:t>
    </dgm:pt>
    <dgm:pt modelId="{B5CB3088-EBF7-48CC-8539-CD4126CE9BF1}">
      <dgm:prSet phldrT="[Text]"/>
      <dgm:spPr/>
      <dgm:t>
        <a:bodyPr/>
        <a:lstStyle/>
        <a:p>
          <a:pPr>
            <a:lnSpc>
              <a:spcPct val="100000"/>
            </a:lnSpc>
          </a:pPr>
          <a:r>
            <a:rPr lang="en-US" b="1" dirty="0"/>
            <a:t>Data Cleaning &amp; Feature Scaling</a:t>
          </a:r>
        </a:p>
      </dgm:t>
    </dgm:pt>
    <dgm:pt modelId="{BF060B39-7F86-44BD-A8E6-7B4977B4C703}" type="parTrans" cxnId="{6955B777-9D05-4156-A4D1-7CC7BE526298}">
      <dgm:prSet/>
      <dgm:spPr/>
      <dgm:t>
        <a:bodyPr/>
        <a:lstStyle/>
        <a:p>
          <a:endParaRPr lang="en-IN"/>
        </a:p>
      </dgm:t>
    </dgm:pt>
    <dgm:pt modelId="{0895FB1E-9BDF-44B9-8ACE-BBF16FC11F41}" type="sibTrans" cxnId="{6955B777-9D05-4156-A4D1-7CC7BE526298}">
      <dgm:prSet/>
      <dgm:spPr/>
      <dgm:t>
        <a:bodyPr/>
        <a:lstStyle/>
        <a:p>
          <a:endParaRPr lang="en-IN"/>
        </a:p>
      </dgm:t>
    </dgm:pt>
    <dgm:pt modelId="{E055761B-F9BB-4AAA-BD8D-EE69471ECD93}">
      <dgm:prSet phldrT="[Text]"/>
      <dgm:spPr/>
      <dgm:t>
        <a:bodyPr/>
        <a:lstStyle/>
        <a:p>
          <a:pPr>
            <a:lnSpc>
              <a:spcPct val="100000"/>
            </a:lnSpc>
          </a:pPr>
          <a:r>
            <a:rPr lang="en-US" b="1" dirty="0"/>
            <a:t>Exploratory Data Analysis</a:t>
          </a:r>
        </a:p>
      </dgm:t>
    </dgm:pt>
    <dgm:pt modelId="{015542C0-04D9-4AD8-BC1D-02EA320D509D}" type="parTrans" cxnId="{A6D715B4-6611-4006-818C-713484448676}">
      <dgm:prSet/>
      <dgm:spPr/>
      <dgm:t>
        <a:bodyPr/>
        <a:lstStyle/>
        <a:p>
          <a:endParaRPr lang="en-IN"/>
        </a:p>
      </dgm:t>
    </dgm:pt>
    <dgm:pt modelId="{AE9A2180-22D9-4CD7-9B58-0D73F9EAE02E}" type="sibTrans" cxnId="{A6D715B4-6611-4006-818C-713484448676}">
      <dgm:prSet/>
      <dgm:spPr/>
      <dgm:t>
        <a:bodyPr/>
        <a:lstStyle/>
        <a:p>
          <a:endParaRPr lang="en-IN"/>
        </a:p>
      </dgm:t>
    </dgm:pt>
    <dgm:pt modelId="{A3AE3659-F226-411F-949C-2AFE74965D49}">
      <dgm:prSet phldrT="[Text]"/>
      <dgm:spPr/>
      <dgm:t>
        <a:bodyPr/>
        <a:lstStyle/>
        <a:p>
          <a:pPr>
            <a:lnSpc>
              <a:spcPct val="100000"/>
            </a:lnSpc>
          </a:pPr>
          <a:r>
            <a:rPr lang="en-US" b="1" dirty="0"/>
            <a:t>Regression Model Implementation</a:t>
          </a:r>
        </a:p>
      </dgm:t>
    </dgm:pt>
    <dgm:pt modelId="{531C1018-3704-48EC-A7F3-C7507B4A7BA1}" type="parTrans" cxnId="{7F3A6845-40FD-420B-9E62-AF5FFBAF6A48}">
      <dgm:prSet/>
      <dgm:spPr/>
      <dgm:t>
        <a:bodyPr/>
        <a:lstStyle/>
        <a:p>
          <a:endParaRPr lang="en-IN"/>
        </a:p>
      </dgm:t>
    </dgm:pt>
    <dgm:pt modelId="{E5364D6F-E1AC-4EFC-87A5-969D556B5F38}" type="sibTrans" cxnId="{7F3A6845-40FD-420B-9E62-AF5FFBAF6A48}">
      <dgm:prSet/>
      <dgm:spPr/>
      <dgm:t>
        <a:bodyPr/>
        <a:lstStyle/>
        <a:p>
          <a:endParaRPr lang="en-IN"/>
        </a:p>
      </dgm:t>
    </dgm:pt>
    <dgm:pt modelId="{80737F7B-16C0-4324-AAE4-E8D79A2225B4}">
      <dgm:prSet phldrT="[Text]"/>
      <dgm:spPr/>
      <dgm:t>
        <a:bodyPr/>
        <a:lstStyle/>
        <a:p>
          <a:pPr>
            <a:lnSpc>
              <a:spcPct val="100000"/>
            </a:lnSpc>
          </a:pPr>
          <a:r>
            <a:rPr lang="en-US" b="1" dirty="0"/>
            <a:t>Model Accuracy Assessment</a:t>
          </a:r>
        </a:p>
      </dgm:t>
    </dgm:pt>
    <dgm:pt modelId="{85586ACE-DE3E-4358-AFA1-5EC8AFB2076F}" type="parTrans" cxnId="{D592B99F-A73E-4CA2-AD06-1700883C1B0D}">
      <dgm:prSet/>
      <dgm:spPr/>
      <dgm:t>
        <a:bodyPr/>
        <a:lstStyle/>
        <a:p>
          <a:endParaRPr lang="en-IN"/>
        </a:p>
      </dgm:t>
    </dgm:pt>
    <dgm:pt modelId="{7A160841-46D5-4215-99BF-D34DF2F35254}" type="sibTrans" cxnId="{D592B99F-A73E-4CA2-AD06-1700883C1B0D}">
      <dgm:prSet/>
      <dgm:spPr/>
      <dgm:t>
        <a:bodyPr/>
        <a:lstStyle/>
        <a:p>
          <a:endParaRPr lang="en-IN"/>
        </a:p>
      </dgm:t>
    </dgm:pt>
    <dgm:pt modelId="{95891C07-99E5-4EE2-B128-BFE2D274D013}">
      <dgm:prSet phldrT="[Text]"/>
      <dgm:spPr/>
      <dgm:t>
        <a:bodyPr/>
        <a:lstStyle/>
        <a:p>
          <a:pPr>
            <a:lnSpc>
              <a:spcPct val="100000"/>
            </a:lnSpc>
          </a:pPr>
          <a:r>
            <a:rPr lang="en-US" b="1" dirty="0"/>
            <a:t>Result Interpretation</a:t>
          </a:r>
        </a:p>
      </dgm:t>
    </dgm:pt>
    <dgm:pt modelId="{EA0FA6E4-1D8C-42B3-9A44-5AF72D686AFE}" type="parTrans" cxnId="{4E16D1F8-2268-4EE6-9CD5-C99BDCEE389A}">
      <dgm:prSet/>
      <dgm:spPr/>
      <dgm:t>
        <a:bodyPr/>
        <a:lstStyle/>
        <a:p>
          <a:endParaRPr lang="en-IN"/>
        </a:p>
      </dgm:t>
    </dgm:pt>
    <dgm:pt modelId="{7C6B300C-903F-4102-BA95-777DE3C79C4F}" type="sibTrans" cxnId="{4E16D1F8-2268-4EE6-9CD5-C99BDCEE389A}">
      <dgm:prSet/>
      <dgm:spPr/>
      <dgm:t>
        <a:bodyPr/>
        <a:lstStyle/>
        <a:p>
          <a:endParaRPr lang="en-IN"/>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7"/>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7"/>
      <dgm:spPr/>
    </dgm:pt>
    <dgm:pt modelId="{429CABD1-4116-474B-81BF-735E2CA9DD00}" type="pres">
      <dgm:prSet presAssocID="{7E5AA53B-3EEE-4DE4-BB81-9044890C2946}" presName="dstNode" presStyleLbl="node1" presStyleIdx="0" presStyleCnt="7"/>
      <dgm:spPr/>
    </dgm:pt>
    <dgm:pt modelId="{58319267-C71E-43C9-94E1-827D0616C7A7}" type="pres">
      <dgm:prSet presAssocID="{6750AC01-D39D-4F3A-9DC8-2A211EE986A2}" presName="text_1" presStyleLbl="node1" presStyleIdx="0" presStyleCnt="7">
        <dgm:presLayoutVars>
          <dgm:bulletEnabled val="1"/>
        </dgm:presLayoutVars>
      </dgm:prSet>
      <dgm:spPr/>
    </dgm:pt>
    <dgm:pt modelId="{79F9B8A9-2412-4B74-84A9-69422DB81CDC}" type="pres">
      <dgm:prSet presAssocID="{6750AC01-D39D-4F3A-9DC8-2A211EE986A2}" presName="accent_1" presStyleCnt="0"/>
      <dgm:spPr/>
    </dgm:pt>
    <dgm:pt modelId="{07CB3071-D555-47DA-A36A-69EB91531FD8}" type="pres">
      <dgm:prSet presAssocID="{6750AC01-D39D-4F3A-9DC8-2A211EE986A2}" presName="accentRepeatNode" presStyleLbl="solidFgAcc1" presStyleIdx="0" presStyleCnt="7"/>
      <dgm:spPr/>
    </dgm:pt>
    <dgm:pt modelId="{95DE6538-27BD-44AF-A1A8-CA8F6B10FDD2}" type="pres">
      <dgm:prSet presAssocID="{0BEF68B8-1228-47BB-83B5-7B9CD1E3F84E}" presName="text_2" presStyleLbl="node1" presStyleIdx="1" presStyleCnt="7">
        <dgm:presLayoutVars>
          <dgm:bulletEnabled val="1"/>
        </dgm:presLayoutVars>
      </dgm:prSet>
      <dgm:spPr/>
    </dgm:pt>
    <dgm:pt modelId="{312BDEE8-85BD-4F02-B35B-2CC8E701C98B}" type="pres">
      <dgm:prSet presAssocID="{0BEF68B8-1228-47BB-83B5-7B9CD1E3F84E}" presName="accent_2" presStyleCnt="0"/>
      <dgm:spPr/>
    </dgm:pt>
    <dgm:pt modelId="{3F8116AC-FAC3-4E95-9865-93CCFEB191B9}" type="pres">
      <dgm:prSet presAssocID="{0BEF68B8-1228-47BB-83B5-7B9CD1E3F84E}" presName="accentRepeatNode" presStyleLbl="solidFgAcc1" presStyleIdx="1" presStyleCnt="7"/>
      <dgm:spPr/>
    </dgm:pt>
    <dgm:pt modelId="{F003BCA7-6387-42CC-BB7C-DB4D5C7D7F05}" type="pres">
      <dgm:prSet presAssocID="{B5CB3088-EBF7-48CC-8539-CD4126CE9BF1}" presName="text_3" presStyleLbl="node1" presStyleIdx="2" presStyleCnt="7">
        <dgm:presLayoutVars>
          <dgm:bulletEnabled val="1"/>
        </dgm:presLayoutVars>
      </dgm:prSet>
      <dgm:spPr/>
    </dgm:pt>
    <dgm:pt modelId="{AB2F93AB-4221-4E0C-BB78-0A3050A06E65}" type="pres">
      <dgm:prSet presAssocID="{B5CB3088-EBF7-48CC-8539-CD4126CE9BF1}" presName="accent_3" presStyleCnt="0"/>
      <dgm:spPr/>
    </dgm:pt>
    <dgm:pt modelId="{E299ACC8-9E04-4873-A8CE-482151E06947}" type="pres">
      <dgm:prSet presAssocID="{B5CB3088-EBF7-48CC-8539-CD4126CE9BF1}" presName="accentRepeatNode" presStyleLbl="solidFgAcc1" presStyleIdx="2" presStyleCnt="7"/>
      <dgm:spPr/>
    </dgm:pt>
    <dgm:pt modelId="{D84E3737-30D3-4B27-BC62-6039B5F2B6B8}" type="pres">
      <dgm:prSet presAssocID="{E055761B-F9BB-4AAA-BD8D-EE69471ECD93}" presName="text_4" presStyleLbl="node1" presStyleIdx="3" presStyleCnt="7">
        <dgm:presLayoutVars>
          <dgm:bulletEnabled val="1"/>
        </dgm:presLayoutVars>
      </dgm:prSet>
      <dgm:spPr/>
    </dgm:pt>
    <dgm:pt modelId="{9A05C17E-5FF7-4FC0-9DE3-B85B1C2D771A}" type="pres">
      <dgm:prSet presAssocID="{E055761B-F9BB-4AAA-BD8D-EE69471ECD93}" presName="accent_4" presStyleCnt="0"/>
      <dgm:spPr/>
    </dgm:pt>
    <dgm:pt modelId="{4B24C1B2-D261-4FA4-8BEB-36418E2F82CA}" type="pres">
      <dgm:prSet presAssocID="{E055761B-F9BB-4AAA-BD8D-EE69471ECD93}" presName="accentRepeatNode" presStyleLbl="solidFgAcc1" presStyleIdx="3" presStyleCnt="7"/>
      <dgm:spPr/>
    </dgm:pt>
    <dgm:pt modelId="{2593CBBE-E42F-4630-99F7-C1F744A2F575}" type="pres">
      <dgm:prSet presAssocID="{A3AE3659-F226-411F-949C-2AFE74965D49}" presName="text_5" presStyleLbl="node1" presStyleIdx="4" presStyleCnt="7">
        <dgm:presLayoutVars>
          <dgm:bulletEnabled val="1"/>
        </dgm:presLayoutVars>
      </dgm:prSet>
      <dgm:spPr/>
    </dgm:pt>
    <dgm:pt modelId="{5EC8BCFA-7F19-4CBD-8E79-F7D52A0DAB92}" type="pres">
      <dgm:prSet presAssocID="{A3AE3659-F226-411F-949C-2AFE74965D49}" presName="accent_5" presStyleCnt="0"/>
      <dgm:spPr/>
    </dgm:pt>
    <dgm:pt modelId="{32B07253-B2D5-4EBC-AF76-A83BEC9B6411}" type="pres">
      <dgm:prSet presAssocID="{A3AE3659-F226-411F-949C-2AFE74965D49}" presName="accentRepeatNode" presStyleLbl="solidFgAcc1" presStyleIdx="4" presStyleCnt="7"/>
      <dgm:spPr/>
    </dgm:pt>
    <dgm:pt modelId="{35BF1212-7E52-4BE5-B034-5FCD098395A8}" type="pres">
      <dgm:prSet presAssocID="{80737F7B-16C0-4324-AAE4-E8D79A2225B4}" presName="text_6" presStyleLbl="node1" presStyleIdx="5" presStyleCnt="7">
        <dgm:presLayoutVars>
          <dgm:bulletEnabled val="1"/>
        </dgm:presLayoutVars>
      </dgm:prSet>
      <dgm:spPr/>
    </dgm:pt>
    <dgm:pt modelId="{E43B968B-7933-4677-9B18-A18FC3C8605F}" type="pres">
      <dgm:prSet presAssocID="{80737F7B-16C0-4324-AAE4-E8D79A2225B4}" presName="accent_6" presStyleCnt="0"/>
      <dgm:spPr/>
    </dgm:pt>
    <dgm:pt modelId="{3E9895DA-8AB9-4265-8054-7C0ACEEAC690}" type="pres">
      <dgm:prSet presAssocID="{80737F7B-16C0-4324-AAE4-E8D79A2225B4}" presName="accentRepeatNode" presStyleLbl="solidFgAcc1" presStyleIdx="5" presStyleCnt="7"/>
      <dgm:spPr/>
    </dgm:pt>
    <dgm:pt modelId="{EFA5385C-2CCF-4EDE-8691-EF18C31F98F8}" type="pres">
      <dgm:prSet presAssocID="{95891C07-99E5-4EE2-B128-BFE2D274D013}" presName="text_7" presStyleLbl="node1" presStyleIdx="6" presStyleCnt="7">
        <dgm:presLayoutVars>
          <dgm:bulletEnabled val="1"/>
        </dgm:presLayoutVars>
      </dgm:prSet>
      <dgm:spPr/>
    </dgm:pt>
    <dgm:pt modelId="{B174A619-85EA-49F5-AC0B-166C460D79EE}" type="pres">
      <dgm:prSet presAssocID="{95891C07-99E5-4EE2-B128-BFE2D274D013}" presName="accent_7" presStyleCnt="0"/>
      <dgm:spPr/>
    </dgm:pt>
    <dgm:pt modelId="{3A616B48-8E6C-46C3-BBC2-633F13719693}" type="pres">
      <dgm:prSet presAssocID="{95891C07-99E5-4EE2-B128-BFE2D274D013}" presName="accentRepeatNode" presStyleLbl="solidFgAcc1" presStyleIdx="6" presStyleCnt="7"/>
      <dgm:spPr/>
    </dgm:pt>
  </dgm:ptLst>
  <dgm:cxnLst>
    <dgm:cxn modelId="{EC87160E-EE90-41F0-A7A6-1F1DBC13D28F}" type="presOf" srcId="{80737F7B-16C0-4324-AAE4-E8D79A2225B4}" destId="{35BF1212-7E52-4BE5-B034-5FCD098395A8}" srcOrd="0" destOrd="0" presId="urn:microsoft.com/office/officeart/2008/layout/VerticalCurvedList"/>
    <dgm:cxn modelId="{A11E3B12-1828-45A7-86C3-BB85832DF84D}" type="presOf" srcId="{CA077D98-8478-47EA-B6A9-99ACE60C64D4}" destId="{D79B43FC-100B-4A0D-A4D5-0D2D04B99064}" srcOrd="0" destOrd="0" presId="urn:microsoft.com/office/officeart/2008/layout/VerticalCurvedList"/>
    <dgm:cxn modelId="{77774A13-93C3-4F49-8F1B-2039CC2DB31C}" type="presOf" srcId="{95891C07-99E5-4EE2-B128-BFE2D274D013}" destId="{EFA5385C-2CCF-4EDE-8691-EF18C31F98F8}" srcOrd="0" destOrd="0" presId="urn:microsoft.com/office/officeart/2008/layout/VerticalCurvedList"/>
    <dgm:cxn modelId="{590C6F32-0E15-4F8F-9D70-F87570D2EE9E}" type="presOf" srcId="{E055761B-F9BB-4AAA-BD8D-EE69471ECD93}" destId="{D84E3737-30D3-4B27-BC62-6039B5F2B6B8}" srcOrd="0" destOrd="0" presId="urn:microsoft.com/office/officeart/2008/layout/VerticalCurvedList"/>
    <dgm:cxn modelId="{0B5DAE5F-BCDC-4BF7-A6E7-CF856886A64D}" srcId="{7E5AA53B-3EEE-4DE4-BB81-9044890C2946}" destId="{6750AC01-D39D-4F3A-9DC8-2A211EE986A2}" srcOrd="0" destOrd="0" parTransId="{720680DC-AAA4-4434-A582-60EBCC5BA355}" sibTransId="{CA077D98-8478-47EA-B6A9-99ACE60C64D4}"/>
    <dgm:cxn modelId="{7F3A6845-40FD-420B-9E62-AF5FFBAF6A48}" srcId="{7E5AA53B-3EEE-4DE4-BB81-9044890C2946}" destId="{A3AE3659-F226-411F-949C-2AFE74965D49}" srcOrd="4" destOrd="0" parTransId="{531C1018-3704-48EC-A7F3-C7507B4A7BA1}" sibTransId="{E5364D6F-E1AC-4EFC-87A5-969D556B5F38}"/>
    <dgm:cxn modelId="{29DA474E-5DFA-4C66-882F-319C49ABBB19}" type="presOf" srcId="{6750AC01-D39D-4F3A-9DC8-2A211EE986A2}" destId="{58319267-C71E-43C9-94E1-827D0616C7A7}" srcOrd="0" destOrd="0" presId="urn:microsoft.com/office/officeart/2008/layout/VerticalCurvedList"/>
    <dgm:cxn modelId="{6955B777-9D05-4156-A4D1-7CC7BE526298}" srcId="{7E5AA53B-3EEE-4DE4-BB81-9044890C2946}" destId="{B5CB3088-EBF7-48CC-8539-CD4126CE9BF1}" srcOrd="2" destOrd="0" parTransId="{BF060B39-7F86-44BD-A8E6-7B4977B4C703}" sibTransId="{0895FB1E-9BDF-44B9-8ACE-BBF16FC11F41}"/>
    <dgm:cxn modelId="{D504A57D-F89A-465E-845E-DC50F04A027C}" type="presOf" srcId="{B5CB3088-EBF7-48CC-8539-CD4126CE9BF1}" destId="{F003BCA7-6387-42CC-BB7C-DB4D5C7D7F05}" srcOrd="0" destOrd="0" presId="urn:microsoft.com/office/officeart/2008/layout/VerticalCurvedList"/>
    <dgm:cxn modelId="{EDEF4F82-1237-4639-A0F7-385C1897CE66}" srcId="{7E5AA53B-3EEE-4DE4-BB81-9044890C2946}" destId="{0BEF68B8-1228-47BB-83B5-7B9CD1E3F84E}" srcOrd="1" destOrd="0" parTransId="{ED3A4BC2-B75A-4952-A38B-A42B5995DF05}" sibTransId="{FD949706-EDCC-4ADC-8EDF-8EDA49C92325}"/>
    <dgm:cxn modelId="{4F65CC8F-B5A8-40BE-A32B-05862B543D6A}" type="presOf" srcId="{7E5AA53B-3EEE-4DE4-BB81-9044890C2946}" destId="{57806726-6E60-4ACC-9C1C-7DF9CC365A10}" srcOrd="0" destOrd="0" presId="urn:microsoft.com/office/officeart/2008/layout/VerticalCurvedList"/>
    <dgm:cxn modelId="{4A378892-5CCC-4F0D-8A38-4BEAECF30F24}" type="presOf" srcId="{0BEF68B8-1228-47BB-83B5-7B9CD1E3F84E}" destId="{95DE6538-27BD-44AF-A1A8-CA8F6B10FDD2}" srcOrd="0" destOrd="0" presId="urn:microsoft.com/office/officeart/2008/layout/VerticalCurvedList"/>
    <dgm:cxn modelId="{D592B99F-A73E-4CA2-AD06-1700883C1B0D}" srcId="{7E5AA53B-3EEE-4DE4-BB81-9044890C2946}" destId="{80737F7B-16C0-4324-AAE4-E8D79A2225B4}" srcOrd="5" destOrd="0" parTransId="{85586ACE-DE3E-4358-AFA1-5EC8AFB2076F}" sibTransId="{7A160841-46D5-4215-99BF-D34DF2F35254}"/>
    <dgm:cxn modelId="{6A3732AD-D0DA-42B4-8A29-58BF3CFA5C1E}" type="presOf" srcId="{A3AE3659-F226-411F-949C-2AFE74965D49}" destId="{2593CBBE-E42F-4630-99F7-C1F744A2F575}" srcOrd="0" destOrd="0" presId="urn:microsoft.com/office/officeart/2008/layout/VerticalCurvedList"/>
    <dgm:cxn modelId="{A6D715B4-6611-4006-818C-713484448676}" srcId="{7E5AA53B-3EEE-4DE4-BB81-9044890C2946}" destId="{E055761B-F9BB-4AAA-BD8D-EE69471ECD93}" srcOrd="3" destOrd="0" parTransId="{015542C0-04D9-4AD8-BC1D-02EA320D509D}" sibTransId="{AE9A2180-22D9-4CD7-9B58-0D73F9EAE02E}"/>
    <dgm:cxn modelId="{4E16D1F8-2268-4EE6-9CD5-C99BDCEE389A}" srcId="{7E5AA53B-3EEE-4DE4-BB81-9044890C2946}" destId="{95891C07-99E5-4EE2-B128-BFE2D274D013}" srcOrd="6" destOrd="0" parTransId="{EA0FA6E4-1D8C-42B3-9A44-5AF72D686AFE}" sibTransId="{7C6B300C-903F-4102-BA95-777DE3C79C4F}"/>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 modelId="{28110BB8-F33F-498C-9A75-98364B05EFA5}" type="presParOf" srcId="{90561C55-3C6E-4D53-85E1-2C50BCDDA392}" destId="{58319267-C71E-43C9-94E1-827D0616C7A7}" srcOrd="1" destOrd="0" presId="urn:microsoft.com/office/officeart/2008/layout/VerticalCurvedList"/>
    <dgm:cxn modelId="{3866F6C9-5521-48F2-B6C3-40C9896E1605}" type="presParOf" srcId="{90561C55-3C6E-4D53-85E1-2C50BCDDA392}" destId="{79F9B8A9-2412-4B74-84A9-69422DB81CDC}" srcOrd="2" destOrd="0" presId="urn:microsoft.com/office/officeart/2008/layout/VerticalCurvedList"/>
    <dgm:cxn modelId="{D2205A4F-BB7A-4399-BC2F-78E18EC6EAFE}" type="presParOf" srcId="{79F9B8A9-2412-4B74-84A9-69422DB81CDC}" destId="{07CB3071-D555-47DA-A36A-69EB91531FD8}" srcOrd="0" destOrd="0" presId="urn:microsoft.com/office/officeart/2008/layout/VerticalCurvedList"/>
    <dgm:cxn modelId="{602753E6-8A03-492B-861A-6B9532B5AA28}" type="presParOf" srcId="{90561C55-3C6E-4D53-85E1-2C50BCDDA392}" destId="{95DE6538-27BD-44AF-A1A8-CA8F6B10FDD2}" srcOrd="3" destOrd="0" presId="urn:microsoft.com/office/officeart/2008/layout/VerticalCurvedList"/>
    <dgm:cxn modelId="{AEC540A3-E86A-4075-8BE4-263F4AFF4EA1}" type="presParOf" srcId="{90561C55-3C6E-4D53-85E1-2C50BCDDA392}" destId="{312BDEE8-85BD-4F02-B35B-2CC8E701C98B}" srcOrd="4" destOrd="0" presId="urn:microsoft.com/office/officeart/2008/layout/VerticalCurvedList"/>
    <dgm:cxn modelId="{CD5D1014-B7CB-4B47-9A02-5FBF90928A73}" type="presParOf" srcId="{312BDEE8-85BD-4F02-B35B-2CC8E701C98B}" destId="{3F8116AC-FAC3-4E95-9865-93CCFEB191B9}" srcOrd="0" destOrd="0" presId="urn:microsoft.com/office/officeart/2008/layout/VerticalCurvedList"/>
    <dgm:cxn modelId="{AF83B7EF-FF54-4AC9-A6A7-3ED91AD72A42}" type="presParOf" srcId="{90561C55-3C6E-4D53-85E1-2C50BCDDA392}" destId="{F003BCA7-6387-42CC-BB7C-DB4D5C7D7F05}" srcOrd="5" destOrd="0" presId="urn:microsoft.com/office/officeart/2008/layout/VerticalCurvedList"/>
    <dgm:cxn modelId="{4BB7C459-BD25-4606-8DFF-1042F87F74A2}" type="presParOf" srcId="{90561C55-3C6E-4D53-85E1-2C50BCDDA392}" destId="{AB2F93AB-4221-4E0C-BB78-0A3050A06E65}" srcOrd="6" destOrd="0" presId="urn:microsoft.com/office/officeart/2008/layout/VerticalCurvedList"/>
    <dgm:cxn modelId="{46756C1B-D033-4718-89E2-2C8D77604ABC}" type="presParOf" srcId="{AB2F93AB-4221-4E0C-BB78-0A3050A06E65}" destId="{E299ACC8-9E04-4873-A8CE-482151E06947}" srcOrd="0" destOrd="0" presId="urn:microsoft.com/office/officeart/2008/layout/VerticalCurvedList"/>
    <dgm:cxn modelId="{4FD301C3-C55E-4BBB-B83E-767113105CCF}" type="presParOf" srcId="{90561C55-3C6E-4D53-85E1-2C50BCDDA392}" destId="{D84E3737-30D3-4B27-BC62-6039B5F2B6B8}" srcOrd="7" destOrd="0" presId="urn:microsoft.com/office/officeart/2008/layout/VerticalCurvedList"/>
    <dgm:cxn modelId="{02FDF777-7975-44F1-91BB-31D6EBC5E202}" type="presParOf" srcId="{90561C55-3C6E-4D53-85E1-2C50BCDDA392}" destId="{9A05C17E-5FF7-4FC0-9DE3-B85B1C2D771A}" srcOrd="8" destOrd="0" presId="urn:microsoft.com/office/officeart/2008/layout/VerticalCurvedList"/>
    <dgm:cxn modelId="{A7EAA5CF-AA3F-470D-978F-663105C126C9}" type="presParOf" srcId="{9A05C17E-5FF7-4FC0-9DE3-B85B1C2D771A}" destId="{4B24C1B2-D261-4FA4-8BEB-36418E2F82CA}" srcOrd="0" destOrd="0" presId="urn:microsoft.com/office/officeart/2008/layout/VerticalCurvedList"/>
    <dgm:cxn modelId="{7E2640A0-BB26-4D10-A4EF-05440D3DC8FB}" type="presParOf" srcId="{90561C55-3C6E-4D53-85E1-2C50BCDDA392}" destId="{2593CBBE-E42F-4630-99F7-C1F744A2F575}" srcOrd="9" destOrd="0" presId="urn:microsoft.com/office/officeart/2008/layout/VerticalCurvedList"/>
    <dgm:cxn modelId="{93FB8F52-0F11-4CEF-B40A-637620AB665F}" type="presParOf" srcId="{90561C55-3C6E-4D53-85E1-2C50BCDDA392}" destId="{5EC8BCFA-7F19-4CBD-8E79-F7D52A0DAB92}" srcOrd="10" destOrd="0" presId="urn:microsoft.com/office/officeart/2008/layout/VerticalCurvedList"/>
    <dgm:cxn modelId="{C3B5B044-6714-43EC-988D-7F7577D6974A}" type="presParOf" srcId="{5EC8BCFA-7F19-4CBD-8E79-F7D52A0DAB92}" destId="{32B07253-B2D5-4EBC-AF76-A83BEC9B6411}" srcOrd="0" destOrd="0" presId="urn:microsoft.com/office/officeart/2008/layout/VerticalCurvedList"/>
    <dgm:cxn modelId="{B399CF6A-2936-4C98-927A-493A81EFE235}" type="presParOf" srcId="{90561C55-3C6E-4D53-85E1-2C50BCDDA392}" destId="{35BF1212-7E52-4BE5-B034-5FCD098395A8}" srcOrd="11" destOrd="0" presId="urn:microsoft.com/office/officeart/2008/layout/VerticalCurvedList"/>
    <dgm:cxn modelId="{1A888E29-3ADA-4D35-B1E6-F2C89BB1DDCB}" type="presParOf" srcId="{90561C55-3C6E-4D53-85E1-2C50BCDDA392}" destId="{E43B968B-7933-4677-9B18-A18FC3C8605F}" srcOrd="12" destOrd="0" presId="urn:microsoft.com/office/officeart/2008/layout/VerticalCurvedList"/>
    <dgm:cxn modelId="{91EE0D0E-97C2-4988-813C-64253F4F2667}" type="presParOf" srcId="{E43B968B-7933-4677-9B18-A18FC3C8605F}" destId="{3E9895DA-8AB9-4265-8054-7C0ACEEAC690}" srcOrd="0" destOrd="0" presId="urn:microsoft.com/office/officeart/2008/layout/VerticalCurvedList"/>
    <dgm:cxn modelId="{9C7C8A80-9752-4EBF-AA3F-5D5CDEE27BE1}" type="presParOf" srcId="{90561C55-3C6E-4D53-85E1-2C50BCDDA392}" destId="{EFA5385C-2CCF-4EDE-8691-EF18C31F98F8}" srcOrd="13" destOrd="0" presId="urn:microsoft.com/office/officeart/2008/layout/VerticalCurvedList"/>
    <dgm:cxn modelId="{E639263C-3CDE-4F4B-BCB3-46721BDF1C02}" type="presParOf" srcId="{90561C55-3C6E-4D53-85E1-2C50BCDDA392}" destId="{B174A619-85EA-49F5-AC0B-166C460D79EE}" srcOrd="14" destOrd="0" presId="urn:microsoft.com/office/officeart/2008/layout/VerticalCurvedList"/>
    <dgm:cxn modelId="{71C57AFB-372E-498E-963F-648F4AA3B49D}" type="presParOf" srcId="{B174A619-85EA-49F5-AC0B-166C460D79EE}" destId="{3A616B48-8E6C-46C3-BBC2-633F13719693}"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a:lstStyle/>
        <a:p>
          <a:endParaRPr lang="en-US"/>
        </a:p>
      </dgm:t>
    </dgm:pt>
    <dgm:pt modelId="{6750AC01-D39D-4F3A-9DC8-2A211EE986A2}">
      <dgm:prSet phldrT="[Text]"/>
      <dgm:spPr/>
      <dgm:t>
        <a:bodyPr/>
        <a:lstStyle/>
        <a:p>
          <a:pPr>
            <a:lnSpc>
              <a:spcPct val="100000"/>
            </a:lnSpc>
          </a:pPr>
          <a:r>
            <a:rPr lang="en-IN" b="1" dirty="0"/>
            <a:t>Drop Unwanted Features </a:t>
          </a:r>
          <a:endParaRPr lang="en-US" b="1" dirty="0"/>
        </a:p>
      </dgm:t>
    </dgm:pt>
    <dgm:pt modelId="{720680DC-AAA4-4434-A582-60EBCC5BA355}" type="parTrans" cxnId="{0B5DAE5F-BCDC-4BF7-A6E7-CF856886A64D}">
      <dgm:prSet/>
      <dgm:spPr/>
      <dgm:t>
        <a:bodyPr/>
        <a:lstStyle/>
        <a:p>
          <a:endParaRPr lang="en-US"/>
        </a:p>
      </dgm:t>
    </dgm:pt>
    <dgm:pt modelId="{CA077D98-8478-47EA-B6A9-99ACE60C64D4}" type="sibTrans" cxnId="{0B5DAE5F-BCDC-4BF7-A6E7-CF856886A64D}">
      <dgm:prSet/>
      <dgm:spPr/>
      <dgm:t>
        <a:bodyPr/>
        <a:lstStyle/>
        <a:p>
          <a:endParaRPr lang="en-US"/>
        </a:p>
      </dgm:t>
    </dgm:pt>
    <dgm:pt modelId="{0BEF68B8-1228-47BB-83B5-7B9CD1E3F84E}">
      <dgm:prSet phldrT="[Text]"/>
      <dgm:spPr/>
      <dgm:t>
        <a:bodyPr/>
        <a:lstStyle/>
        <a:p>
          <a:pPr>
            <a:lnSpc>
              <a:spcPct val="100000"/>
            </a:lnSpc>
          </a:pPr>
          <a:r>
            <a:rPr lang="en-US" b="1" dirty="0"/>
            <a:t>Checking for Null Values</a:t>
          </a:r>
        </a:p>
      </dgm:t>
    </dgm:pt>
    <dgm:pt modelId="{ED3A4BC2-B75A-4952-A38B-A42B5995DF05}" type="parTrans" cxnId="{EDEF4F82-1237-4639-A0F7-385C1897CE66}">
      <dgm:prSet/>
      <dgm:spPr/>
      <dgm:t>
        <a:bodyPr/>
        <a:lstStyle/>
        <a:p>
          <a:endParaRPr lang="en-US"/>
        </a:p>
      </dgm:t>
    </dgm:pt>
    <dgm:pt modelId="{FD949706-EDCC-4ADC-8EDF-8EDA49C92325}" type="sibTrans" cxnId="{EDEF4F82-1237-4639-A0F7-385C1897CE66}">
      <dgm:prSet/>
      <dgm:spPr/>
      <dgm:t>
        <a:bodyPr/>
        <a:lstStyle/>
        <a:p>
          <a:endParaRPr lang="en-US"/>
        </a:p>
      </dgm:t>
    </dgm:pt>
    <dgm:pt modelId="{B5CB3088-EBF7-48CC-8539-CD4126CE9BF1}">
      <dgm:prSet phldrT="[Text]"/>
      <dgm:spPr/>
      <dgm:t>
        <a:bodyPr/>
        <a:lstStyle/>
        <a:p>
          <a:pPr>
            <a:lnSpc>
              <a:spcPct val="100000"/>
            </a:lnSpc>
          </a:pPr>
          <a:r>
            <a:rPr lang="en-IN" b="1" dirty="0"/>
            <a:t>Handling Missing Value</a:t>
          </a:r>
          <a:endParaRPr lang="en-US" b="1" dirty="0"/>
        </a:p>
      </dgm:t>
    </dgm:pt>
    <dgm:pt modelId="{BF060B39-7F86-44BD-A8E6-7B4977B4C703}" type="parTrans" cxnId="{6955B777-9D05-4156-A4D1-7CC7BE526298}">
      <dgm:prSet/>
      <dgm:spPr/>
      <dgm:t>
        <a:bodyPr/>
        <a:lstStyle/>
        <a:p>
          <a:endParaRPr lang="en-IN"/>
        </a:p>
      </dgm:t>
    </dgm:pt>
    <dgm:pt modelId="{0895FB1E-9BDF-44B9-8ACE-BBF16FC11F41}" type="sibTrans" cxnId="{6955B777-9D05-4156-A4D1-7CC7BE526298}">
      <dgm:prSet/>
      <dgm:spPr/>
      <dgm:t>
        <a:bodyPr/>
        <a:lstStyle/>
        <a:p>
          <a:endParaRPr lang="en-IN"/>
        </a:p>
      </dgm:t>
    </dgm:pt>
    <dgm:pt modelId="{E055761B-F9BB-4AAA-BD8D-EE69471ECD93}">
      <dgm:prSet phldrT="[Text]"/>
      <dgm:spPr/>
      <dgm:t>
        <a:bodyPr/>
        <a:lstStyle/>
        <a:p>
          <a:pPr>
            <a:lnSpc>
              <a:spcPct val="100000"/>
            </a:lnSpc>
          </a:pPr>
          <a:r>
            <a:rPr lang="en-IN" b="1" dirty="0"/>
            <a:t>Handling Outliers</a:t>
          </a:r>
          <a:endParaRPr lang="en-US" b="1" dirty="0"/>
        </a:p>
      </dgm:t>
    </dgm:pt>
    <dgm:pt modelId="{015542C0-04D9-4AD8-BC1D-02EA320D509D}" type="parTrans" cxnId="{A6D715B4-6611-4006-818C-713484448676}">
      <dgm:prSet/>
      <dgm:spPr/>
      <dgm:t>
        <a:bodyPr/>
        <a:lstStyle/>
        <a:p>
          <a:endParaRPr lang="en-IN"/>
        </a:p>
      </dgm:t>
    </dgm:pt>
    <dgm:pt modelId="{AE9A2180-22D9-4CD7-9B58-0D73F9EAE02E}" type="sibTrans" cxnId="{A6D715B4-6611-4006-818C-713484448676}">
      <dgm:prSet/>
      <dgm:spPr/>
      <dgm:t>
        <a:bodyPr/>
        <a:lstStyle/>
        <a:p>
          <a:endParaRPr lang="en-IN"/>
        </a:p>
      </dgm:t>
    </dgm:pt>
    <dgm:pt modelId="{A3AE3659-F226-411F-949C-2AFE74965D49}">
      <dgm:prSet phldrT="[Text]"/>
      <dgm:spPr/>
      <dgm:t>
        <a:bodyPr/>
        <a:lstStyle/>
        <a:p>
          <a:pPr>
            <a:lnSpc>
              <a:spcPct val="100000"/>
            </a:lnSpc>
          </a:pPr>
          <a:r>
            <a:rPr lang="en-IN" b="1" dirty="0"/>
            <a:t>Handling Categorical Data</a:t>
          </a:r>
          <a:endParaRPr lang="en-US" b="1" dirty="0"/>
        </a:p>
      </dgm:t>
    </dgm:pt>
    <dgm:pt modelId="{531C1018-3704-48EC-A7F3-C7507B4A7BA1}" type="parTrans" cxnId="{7F3A6845-40FD-420B-9E62-AF5FFBAF6A48}">
      <dgm:prSet/>
      <dgm:spPr/>
      <dgm:t>
        <a:bodyPr/>
        <a:lstStyle/>
        <a:p>
          <a:endParaRPr lang="en-IN"/>
        </a:p>
      </dgm:t>
    </dgm:pt>
    <dgm:pt modelId="{E5364D6F-E1AC-4EFC-87A5-969D556B5F38}" type="sibTrans" cxnId="{7F3A6845-40FD-420B-9E62-AF5FFBAF6A48}">
      <dgm:prSet/>
      <dgm:spPr/>
      <dgm:t>
        <a:bodyPr/>
        <a:lstStyle/>
        <a:p>
          <a:endParaRPr lang="en-IN"/>
        </a:p>
      </dgm:t>
    </dgm:pt>
    <dgm:pt modelId="{80737F7B-16C0-4324-AAE4-E8D79A2225B4}">
      <dgm:prSet phldrT="[Text]"/>
      <dgm:spPr/>
      <dgm:t>
        <a:bodyPr/>
        <a:lstStyle/>
        <a:p>
          <a:pPr>
            <a:lnSpc>
              <a:spcPct val="100000"/>
            </a:lnSpc>
          </a:pPr>
          <a:r>
            <a:rPr lang="en-US" b="1" dirty="0"/>
            <a:t>Splitting Data Into Train and Test</a:t>
          </a:r>
        </a:p>
      </dgm:t>
    </dgm:pt>
    <dgm:pt modelId="{85586ACE-DE3E-4358-AFA1-5EC8AFB2076F}" type="parTrans" cxnId="{D592B99F-A73E-4CA2-AD06-1700883C1B0D}">
      <dgm:prSet/>
      <dgm:spPr/>
      <dgm:t>
        <a:bodyPr/>
        <a:lstStyle/>
        <a:p>
          <a:endParaRPr lang="en-IN"/>
        </a:p>
      </dgm:t>
    </dgm:pt>
    <dgm:pt modelId="{7A160841-46D5-4215-99BF-D34DF2F35254}" type="sibTrans" cxnId="{D592B99F-A73E-4CA2-AD06-1700883C1B0D}">
      <dgm:prSet/>
      <dgm:spPr/>
      <dgm:t>
        <a:bodyPr/>
        <a:lstStyle/>
        <a:p>
          <a:endParaRPr lang="en-IN"/>
        </a:p>
      </dgm:t>
    </dgm:pt>
    <dgm:pt modelId="{95891C07-99E5-4EE2-B128-BFE2D274D013}">
      <dgm:prSet phldrT="[Text]"/>
      <dgm:spPr/>
      <dgm:t>
        <a:bodyPr/>
        <a:lstStyle/>
        <a:p>
          <a:pPr>
            <a:lnSpc>
              <a:spcPct val="100000"/>
            </a:lnSpc>
          </a:pPr>
          <a:r>
            <a:rPr lang="en-IN" b="1" dirty="0"/>
            <a:t>Feature Scaling</a:t>
          </a:r>
          <a:endParaRPr lang="en-IN" b="0" dirty="0"/>
        </a:p>
      </dgm:t>
    </dgm:pt>
    <dgm:pt modelId="{EA0FA6E4-1D8C-42B3-9A44-5AF72D686AFE}" type="parTrans" cxnId="{4E16D1F8-2268-4EE6-9CD5-C99BDCEE389A}">
      <dgm:prSet/>
      <dgm:spPr/>
      <dgm:t>
        <a:bodyPr/>
        <a:lstStyle/>
        <a:p>
          <a:endParaRPr lang="en-IN"/>
        </a:p>
      </dgm:t>
    </dgm:pt>
    <dgm:pt modelId="{7C6B300C-903F-4102-BA95-777DE3C79C4F}" type="sibTrans" cxnId="{4E16D1F8-2268-4EE6-9CD5-C99BDCEE389A}">
      <dgm:prSet/>
      <dgm:spPr/>
      <dgm:t>
        <a:bodyPr/>
        <a:lstStyle/>
        <a:p>
          <a:endParaRPr lang="en-IN"/>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7"/>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7"/>
      <dgm:spPr/>
    </dgm:pt>
    <dgm:pt modelId="{429CABD1-4116-474B-81BF-735E2CA9DD00}" type="pres">
      <dgm:prSet presAssocID="{7E5AA53B-3EEE-4DE4-BB81-9044890C2946}" presName="dstNode" presStyleLbl="node1" presStyleIdx="0" presStyleCnt="7"/>
      <dgm:spPr/>
    </dgm:pt>
    <dgm:pt modelId="{58319267-C71E-43C9-94E1-827D0616C7A7}" type="pres">
      <dgm:prSet presAssocID="{6750AC01-D39D-4F3A-9DC8-2A211EE986A2}" presName="text_1" presStyleLbl="node1" presStyleIdx="0" presStyleCnt="7">
        <dgm:presLayoutVars>
          <dgm:bulletEnabled val="1"/>
        </dgm:presLayoutVars>
      </dgm:prSet>
      <dgm:spPr/>
    </dgm:pt>
    <dgm:pt modelId="{79F9B8A9-2412-4B74-84A9-69422DB81CDC}" type="pres">
      <dgm:prSet presAssocID="{6750AC01-D39D-4F3A-9DC8-2A211EE986A2}" presName="accent_1" presStyleCnt="0"/>
      <dgm:spPr/>
    </dgm:pt>
    <dgm:pt modelId="{07CB3071-D555-47DA-A36A-69EB91531FD8}" type="pres">
      <dgm:prSet presAssocID="{6750AC01-D39D-4F3A-9DC8-2A211EE986A2}" presName="accentRepeatNode" presStyleLbl="solidFgAcc1" presStyleIdx="0" presStyleCnt="7"/>
      <dgm:spPr/>
    </dgm:pt>
    <dgm:pt modelId="{95DE6538-27BD-44AF-A1A8-CA8F6B10FDD2}" type="pres">
      <dgm:prSet presAssocID="{0BEF68B8-1228-47BB-83B5-7B9CD1E3F84E}" presName="text_2" presStyleLbl="node1" presStyleIdx="1" presStyleCnt="7">
        <dgm:presLayoutVars>
          <dgm:bulletEnabled val="1"/>
        </dgm:presLayoutVars>
      </dgm:prSet>
      <dgm:spPr/>
    </dgm:pt>
    <dgm:pt modelId="{312BDEE8-85BD-4F02-B35B-2CC8E701C98B}" type="pres">
      <dgm:prSet presAssocID="{0BEF68B8-1228-47BB-83B5-7B9CD1E3F84E}" presName="accent_2" presStyleCnt="0"/>
      <dgm:spPr/>
    </dgm:pt>
    <dgm:pt modelId="{3F8116AC-FAC3-4E95-9865-93CCFEB191B9}" type="pres">
      <dgm:prSet presAssocID="{0BEF68B8-1228-47BB-83B5-7B9CD1E3F84E}" presName="accentRepeatNode" presStyleLbl="solidFgAcc1" presStyleIdx="1" presStyleCnt="7"/>
      <dgm:spPr/>
    </dgm:pt>
    <dgm:pt modelId="{F003BCA7-6387-42CC-BB7C-DB4D5C7D7F05}" type="pres">
      <dgm:prSet presAssocID="{B5CB3088-EBF7-48CC-8539-CD4126CE9BF1}" presName="text_3" presStyleLbl="node1" presStyleIdx="2" presStyleCnt="7">
        <dgm:presLayoutVars>
          <dgm:bulletEnabled val="1"/>
        </dgm:presLayoutVars>
      </dgm:prSet>
      <dgm:spPr/>
    </dgm:pt>
    <dgm:pt modelId="{AB2F93AB-4221-4E0C-BB78-0A3050A06E65}" type="pres">
      <dgm:prSet presAssocID="{B5CB3088-EBF7-48CC-8539-CD4126CE9BF1}" presName="accent_3" presStyleCnt="0"/>
      <dgm:spPr/>
    </dgm:pt>
    <dgm:pt modelId="{E299ACC8-9E04-4873-A8CE-482151E06947}" type="pres">
      <dgm:prSet presAssocID="{B5CB3088-EBF7-48CC-8539-CD4126CE9BF1}" presName="accentRepeatNode" presStyleLbl="solidFgAcc1" presStyleIdx="2" presStyleCnt="7"/>
      <dgm:spPr/>
    </dgm:pt>
    <dgm:pt modelId="{D84E3737-30D3-4B27-BC62-6039B5F2B6B8}" type="pres">
      <dgm:prSet presAssocID="{E055761B-F9BB-4AAA-BD8D-EE69471ECD93}" presName="text_4" presStyleLbl="node1" presStyleIdx="3" presStyleCnt="7">
        <dgm:presLayoutVars>
          <dgm:bulletEnabled val="1"/>
        </dgm:presLayoutVars>
      </dgm:prSet>
      <dgm:spPr/>
    </dgm:pt>
    <dgm:pt modelId="{9A05C17E-5FF7-4FC0-9DE3-B85B1C2D771A}" type="pres">
      <dgm:prSet presAssocID="{E055761B-F9BB-4AAA-BD8D-EE69471ECD93}" presName="accent_4" presStyleCnt="0"/>
      <dgm:spPr/>
    </dgm:pt>
    <dgm:pt modelId="{4B24C1B2-D261-4FA4-8BEB-36418E2F82CA}" type="pres">
      <dgm:prSet presAssocID="{E055761B-F9BB-4AAA-BD8D-EE69471ECD93}" presName="accentRepeatNode" presStyleLbl="solidFgAcc1" presStyleIdx="3" presStyleCnt="7"/>
      <dgm:spPr/>
    </dgm:pt>
    <dgm:pt modelId="{2593CBBE-E42F-4630-99F7-C1F744A2F575}" type="pres">
      <dgm:prSet presAssocID="{A3AE3659-F226-411F-949C-2AFE74965D49}" presName="text_5" presStyleLbl="node1" presStyleIdx="4" presStyleCnt="7">
        <dgm:presLayoutVars>
          <dgm:bulletEnabled val="1"/>
        </dgm:presLayoutVars>
      </dgm:prSet>
      <dgm:spPr/>
    </dgm:pt>
    <dgm:pt modelId="{5EC8BCFA-7F19-4CBD-8E79-F7D52A0DAB92}" type="pres">
      <dgm:prSet presAssocID="{A3AE3659-F226-411F-949C-2AFE74965D49}" presName="accent_5" presStyleCnt="0"/>
      <dgm:spPr/>
    </dgm:pt>
    <dgm:pt modelId="{32B07253-B2D5-4EBC-AF76-A83BEC9B6411}" type="pres">
      <dgm:prSet presAssocID="{A3AE3659-F226-411F-949C-2AFE74965D49}" presName="accentRepeatNode" presStyleLbl="solidFgAcc1" presStyleIdx="4" presStyleCnt="7"/>
      <dgm:spPr/>
    </dgm:pt>
    <dgm:pt modelId="{35BF1212-7E52-4BE5-B034-5FCD098395A8}" type="pres">
      <dgm:prSet presAssocID="{80737F7B-16C0-4324-AAE4-E8D79A2225B4}" presName="text_6" presStyleLbl="node1" presStyleIdx="5" presStyleCnt="7">
        <dgm:presLayoutVars>
          <dgm:bulletEnabled val="1"/>
        </dgm:presLayoutVars>
      </dgm:prSet>
      <dgm:spPr/>
    </dgm:pt>
    <dgm:pt modelId="{E43B968B-7933-4677-9B18-A18FC3C8605F}" type="pres">
      <dgm:prSet presAssocID="{80737F7B-16C0-4324-AAE4-E8D79A2225B4}" presName="accent_6" presStyleCnt="0"/>
      <dgm:spPr/>
    </dgm:pt>
    <dgm:pt modelId="{3E9895DA-8AB9-4265-8054-7C0ACEEAC690}" type="pres">
      <dgm:prSet presAssocID="{80737F7B-16C0-4324-AAE4-E8D79A2225B4}" presName="accentRepeatNode" presStyleLbl="solidFgAcc1" presStyleIdx="5" presStyleCnt="7"/>
      <dgm:spPr/>
    </dgm:pt>
    <dgm:pt modelId="{EFA5385C-2CCF-4EDE-8691-EF18C31F98F8}" type="pres">
      <dgm:prSet presAssocID="{95891C07-99E5-4EE2-B128-BFE2D274D013}" presName="text_7" presStyleLbl="node1" presStyleIdx="6" presStyleCnt="7">
        <dgm:presLayoutVars>
          <dgm:bulletEnabled val="1"/>
        </dgm:presLayoutVars>
      </dgm:prSet>
      <dgm:spPr/>
    </dgm:pt>
    <dgm:pt modelId="{B174A619-85EA-49F5-AC0B-166C460D79EE}" type="pres">
      <dgm:prSet presAssocID="{95891C07-99E5-4EE2-B128-BFE2D274D013}" presName="accent_7" presStyleCnt="0"/>
      <dgm:spPr/>
    </dgm:pt>
    <dgm:pt modelId="{3A616B48-8E6C-46C3-BBC2-633F13719693}" type="pres">
      <dgm:prSet presAssocID="{95891C07-99E5-4EE2-B128-BFE2D274D013}" presName="accentRepeatNode" presStyleLbl="solidFgAcc1" presStyleIdx="6" presStyleCnt="7"/>
      <dgm:spPr/>
    </dgm:pt>
  </dgm:ptLst>
  <dgm:cxnLst>
    <dgm:cxn modelId="{EC87160E-EE90-41F0-A7A6-1F1DBC13D28F}" type="presOf" srcId="{80737F7B-16C0-4324-AAE4-E8D79A2225B4}" destId="{35BF1212-7E52-4BE5-B034-5FCD098395A8}" srcOrd="0" destOrd="0" presId="urn:microsoft.com/office/officeart/2008/layout/VerticalCurvedList"/>
    <dgm:cxn modelId="{A11E3B12-1828-45A7-86C3-BB85832DF84D}" type="presOf" srcId="{CA077D98-8478-47EA-B6A9-99ACE60C64D4}" destId="{D79B43FC-100B-4A0D-A4D5-0D2D04B99064}" srcOrd="0" destOrd="0" presId="urn:microsoft.com/office/officeart/2008/layout/VerticalCurvedList"/>
    <dgm:cxn modelId="{77774A13-93C3-4F49-8F1B-2039CC2DB31C}" type="presOf" srcId="{95891C07-99E5-4EE2-B128-BFE2D274D013}" destId="{EFA5385C-2CCF-4EDE-8691-EF18C31F98F8}" srcOrd="0" destOrd="0" presId="urn:microsoft.com/office/officeart/2008/layout/VerticalCurvedList"/>
    <dgm:cxn modelId="{590C6F32-0E15-4F8F-9D70-F87570D2EE9E}" type="presOf" srcId="{E055761B-F9BB-4AAA-BD8D-EE69471ECD93}" destId="{D84E3737-30D3-4B27-BC62-6039B5F2B6B8}" srcOrd="0" destOrd="0" presId="urn:microsoft.com/office/officeart/2008/layout/VerticalCurvedList"/>
    <dgm:cxn modelId="{0B5DAE5F-BCDC-4BF7-A6E7-CF856886A64D}" srcId="{7E5AA53B-3EEE-4DE4-BB81-9044890C2946}" destId="{6750AC01-D39D-4F3A-9DC8-2A211EE986A2}" srcOrd="0" destOrd="0" parTransId="{720680DC-AAA4-4434-A582-60EBCC5BA355}" sibTransId="{CA077D98-8478-47EA-B6A9-99ACE60C64D4}"/>
    <dgm:cxn modelId="{7F3A6845-40FD-420B-9E62-AF5FFBAF6A48}" srcId="{7E5AA53B-3EEE-4DE4-BB81-9044890C2946}" destId="{A3AE3659-F226-411F-949C-2AFE74965D49}" srcOrd="4" destOrd="0" parTransId="{531C1018-3704-48EC-A7F3-C7507B4A7BA1}" sibTransId="{E5364D6F-E1AC-4EFC-87A5-969D556B5F38}"/>
    <dgm:cxn modelId="{29DA474E-5DFA-4C66-882F-319C49ABBB19}" type="presOf" srcId="{6750AC01-D39D-4F3A-9DC8-2A211EE986A2}" destId="{58319267-C71E-43C9-94E1-827D0616C7A7}" srcOrd="0" destOrd="0" presId="urn:microsoft.com/office/officeart/2008/layout/VerticalCurvedList"/>
    <dgm:cxn modelId="{6955B777-9D05-4156-A4D1-7CC7BE526298}" srcId="{7E5AA53B-3EEE-4DE4-BB81-9044890C2946}" destId="{B5CB3088-EBF7-48CC-8539-CD4126CE9BF1}" srcOrd="2" destOrd="0" parTransId="{BF060B39-7F86-44BD-A8E6-7B4977B4C703}" sibTransId="{0895FB1E-9BDF-44B9-8ACE-BBF16FC11F41}"/>
    <dgm:cxn modelId="{D504A57D-F89A-465E-845E-DC50F04A027C}" type="presOf" srcId="{B5CB3088-EBF7-48CC-8539-CD4126CE9BF1}" destId="{F003BCA7-6387-42CC-BB7C-DB4D5C7D7F05}" srcOrd="0" destOrd="0" presId="urn:microsoft.com/office/officeart/2008/layout/VerticalCurvedList"/>
    <dgm:cxn modelId="{EDEF4F82-1237-4639-A0F7-385C1897CE66}" srcId="{7E5AA53B-3EEE-4DE4-BB81-9044890C2946}" destId="{0BEF68B8-1228-47BB-83B5-7B9CD1E3F84E}" srcOrd="1" destOrd="0" parTransId="{ED3A4BC2-B75A-4952-A38B-A42B5995DF05}" sibTransId="{FD949706-EDCC-4ADC-8EDF-8EDA49C92325}"/>
    <dgm:cxn modelId="{4F65CC8F-B5A8-40BE-A32B-05862B543D6A}" type="presOf" srcId="{7E5AA53B-3EEE-4DE4-BB81-9044890C2946}" destId="{57806726-6E60-4ACC-9C1C-7DF9CC365A10}" srcOrd="0" destOrd="0" presId="urn:microsoft.com/office/officeart/2008/layout/VerticalCurvedList"/>
    <dgm:cxn modelId="{4A378892-5CCC-4F0D-8A38-4BEAECF30F24}" type="presOf" srcId="{0BEF68B8-1228-47BB-83B5-7B9CD1E3F84E}" destId="{95DE6538-27BD-44AF-A1A8-CA8F6B10FDD2}" srcOrd="0" destOrd="0" presId="urn:microsoft.com/office/officeart/2008/layout/VerticalCurvedList"/>
    <dgm:cxn modelId="{D592B99F-A73E-4CA2-AD06-1700883C1B0D}" srcId="{7E5AA53B-3EEE-4DE4-BB81-9044890C2946}" destId="{80737F7B-16C0-4324-AAE4-E8D79A2225B4}" srcOrd="5" destOrd="0" parTransId="{85586ACE-DE3E-4358-AFA1-5EC8AFB2076F}" sibTransId="{7A160841-46D5-4215-99BF-D34DF2F35254}"/>
    <dgm:cxn modelId="{6A3732AD-D0DA-42B4-8A29-58BF3CFA5C1E}" type="presOf" srcId="{A3AE3659-F226-411F-949C-2AFE74965D49}" destId="{2593CBBE-E42F-4630-99F7-C1F744A2F575}" srcOrd="0" destOrd="0" presId="urn:microsoft.com/office/officeart/2008/layout/VerticalCurvedList"/>
    <dgm:cxn modelId="{A6D715B4-6611-4006-818C-713484448676}" srcId="{7E5AA53B-3EEE-4DE4-BB81-9044890C2946}" destId="{E055761B-F9BB-4AAA-BD8D-EE69471ECD93}" srcOrd="3" destOrd="0" parTransId="{015542C0-04D9-4AD8-BC1D-02EA320D509D}" sibTransId="{AE9A2180-22D9-4CD7-9B58-0D73F9EAE02E}"/>
    <dgm:cxn modelId="{4E16D1F8-2268-4EE6-9CD5-C99BDCEE389A}" srcId="{7E5AA53B-3EEE-4DE4-BB81-9044890C2946}" destId="{95891C07-99E5-4EE2-B128-BFE2D274D013}" srcOrd="6" destOrd="0" parTransId="{EA0FA6E4-1D8C-42B3-9A44-5AF72D686AFE}" sibTransId="{7C6B300C-903F-4102-BA95-777DE3C79C4F}"/>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 modelId="{28110BB8-F33F-498C-9A75-98364B05EFA5}" type="presParOf" srcId="{90561C55-3C6E-4D53-85E1-2C50BCDDA392}" destId="{58319267-C71E-43C9-94E1-827D0616C7A7}" srcOrd="1" destOrd="0" presId="urn:microsoft.com/office/officeart/2008/layout/VerticalCurvedList"/>
    <dgm:cxn modelId="{3866F6C9-5521-48F2-B6C3-40C9896E1605}" type="presParOf" srcId="{90561C55-3C6E-4D53-85E1-2C50BCDDA392}" destId="{79F9B8A9-2412-4B74-84A9-69422DB81CDC}" srcOrd="2" destOrd="0" presId="urn:microsoft.com/office/officeart/2008/layout/VerticalCurvedList"/>
    <dgm:cxn modelId="{D2205A4F-BB7A-4399-BC2F-78E18EC6EAFE}" type="presParOf" srcId="{79F9B8A9-2412-4B74-84A9-69422DB81CDC}" destId="{07CB3071-D555-47DA-A36A-69EB91531FD8}" srcOrd="0" destOrd="0" presId="urn:microsoft.com/office/officeart/2008/layout/VerticalCurvedList"/>
    <dgm:cxn modelId="{602753E6-8A03-492B-861A-6B9532B5AA28}" type="presParOf" srcId="{90561C55-3C6E-4D53-85E1-2C50BCDDA392}" destId="{95DE6538-27BD-44AF-A1A8-CA8F6B10FDD2}" srcOrd="3" destOrd="0" presId="urn:microsoft.com/office/officeart/2008/layout/VerticalCurvedList"/>
    <dgm:cxn modelId="{AEC540A3-E86A-4075-8BE4-263F4AFF4EA1}" type="presParOf" srcId="{90561C55-3C6E-4D53-85E1-2C50BCDDA392}" destId="{312BDEE8-85BD-4F02-B35B-2CC8E701C98B}" srcOrd="4" destOrd="0" presId="urn:microsoft.com/office/officeart/2008/layout/VerticalCurvedList"/>
    <dgm:cxn modelId="{CD5D1014-B7CB-4B47-9A02-5FBF90928A73}" type="presParOf" srcId="{312BDEE8-85BD-4F02-B35B-2CC8E701C98B}" destId="{3F8116AC-FAC3-4E95-9865-93CCFEB191B9}" srcOrd="0" destOrd="0" presId="urn:microsoft.com/office/officeart/2008/layout/VerticalCurvedList"/>
    <dgm:cxn modelId="{AF83B7EF-FF54-4AC9-A6A7-3ED91AD72A42}" type="presParOf" srcId="{90561C55-3C6E-4D53-85E1-2C50BCDDA392}" destId="{F003BCA7-6387-42CC-BB7C-DB4D5C7D7F05}" srcOrd="5" destOrd="0" presId="urn:microsoft.com/office/officeart/2008/layout/VerticalCurvedList"/>
    <dgm:cxn modelId="{4BB7C459-BD25-4606-8DFF-1042F87F74A2}" type="presParOf" srcId="{90561C55-3C6E-4D53-85E1-2C50BCDDA392}" destId="{AB2F93AB-4221-4E0C-BB78-0A3050A06E65}" srcOrd="6" destOrd="0" presId="urn:microsoft.com/office/officeart/2008/layout/VerticalCurvedList"/>
    <dgm:cxn modelId="{46756C1B-D033-4718-89E2-2C8D77604ABC}" type="presParOf" srcId="{AB2F93AB-4221-4E0C-BB78-0A3050A06E65}" destId="{E299ACC8-9E04-4873-A8CE-482151E06947}" srcOrd="0" destOrd="0" presId="urn:microsoft.com/office/officeart/2008/layout/VerticalCurvedList"/>
    <dgm:cxn modelId="{4FD301C3-C55E-4BBB-B83E-767113105CCF}" type="presParOf" srcId="{90561C55-3C6E-4D53-85E1-2C50BCDDA392}" destId="{D84E3737-30D3-4B27-BC62-6039B5F2B6B8}" srcOrd="7" destOrd="0" presId="urn:microsoft.com/office/officeart/2008/layout/VerticalCurvedList"/>
    <dgm:cxn modelId="{02FDF777-7975-44F1-91BB-31D6EBC5E202}" type="presParOf" srcId="{90561C55-3C6E-4D53-85E1-2C50BCDDA392}" destId="{9A05C17E-5FF7-4FC0-9DE3-B85B1C2D771A}" srcOrd="8" destOrd="0" presId="urn:microsoft.com/office/officeart/2008/layout/VerticalCurvedList"/>
    <dgm:cxn modelId="{A7EAA5CF-AA3F-470D-978F-663105C126C9}" type="presParOf" srcId="{9A05C17E-5FF7-4FC0-9DE3-B85B1C2D771A}" destId="{4B24C1B2-D261-4FA4-8BEB-36418E2F82CA}" srcOrd="0" destOrd="0" presId="urn:microsoft.com/office/officeart/2008/layout/VerticalCurvedList"/>
    <dgm:cxn modelId="{7E2640A0-BB26-4D10-A4EF-05440D3DC8FB}" type="presParOf" srcId="{90561C55-3C6E-4D53-85E1-2C50BCDDA392}" destId="{2593CBBE-E42F-4630-99F7-C1F744A2F575}" srcOrd="9" destOrd="0" presId="urn:microsoft.com/office/officeart/2008/layout/VerticalCurvedList"/>
    <dgm:cxn modelId="{93FB8F52-0F11-4CEF-B40A-637620AB665F}" type="presParOf" srcId="{90561C55-3C6E-4D53-85E1-2C50BCDDA392}" destId="{5EC8BCFA-7F19-4CBD-8E79-F7D52A0DAB92}" srcOrd="10" destOrd="0" presId="urn:microsoft.com/office/officeart/2008/layout/VerticalCurvedList"/>
    <dgm:cxn modelId="{C3B5B044-6714-43EC-988D-7F7577D6974A}" type="presParOf" srcId="{5EC8BCFA-7F19-4CBD-8E79-F7D52A0DAB92}" destId="{32B07253-B2D5-4EBC-AF76-A83BEC9B6411}" srcOrd="0" destOrd="0" presId="urn:microsoft.com/office/officeart/2008/layout/VerticalCurvedList"/>
    <dgm:cxn modelId="{B399CF6A-2936-4C98-927A-493A81EFE235}" type="presParOf" srcId="{90561C55-3C6E-4D53-85E1-2C50BCDDA392}" destId="{35BF1212-7E52-4BE5-B034-5FCD098395A8}" srcOrd="11" destOrd="0" presId="urn:microsoft.com/office/officeart/2008/layout/VerticalCurvedList"/>
    <dgm:cxn modelId="{1A888E29-3ADA-4D35-B1E6-F2C89BB1DDCB}" type="presParOf" srcId="{90561C55-3C6E-4D53-85E1-2C50BCDDA392}" destId="{E43B968B-7933-4677-9B18-A18FC3C8605F}" srcOrd="12" destOrd="0" presId="urn:microsoft.com/office/officeart/2008/layout/VerticalCurvedList"/>
    <dgm:cxn modelId="{91EE0D0E-97C2-4988-813C-64253F4F2667}" type="presParOf" srcId="{E43B968B-7933-4677-9B18-A18FC3C8605F}" destId="{3E9895DA-8AB9-4265-8054-7C0ACEEAC690}" srcOrd="0" destOrd="0" presId="urn:microsoft.com/office/officeart/2008/layout/VerticalCurvedList"/>
    <dgm:cxn modelId="{9C7C8A80-9752-4EBF-AA3F-5D5CDEE27BE1}" type="presParOf" srcId="{90561C55-3C6E-4D53-85E1-2C50BCDDA392}" destId="{EFA5385C-2CCF-4EDE-8691-EF18C31F98F8}" srcOrd="13" destOrd="0" presId="urn:microsoft.com/office/officeart/2008/layout/VerticalCurvedList"/>
    <dgm:cxn modelId="{E639263C-3CDE-4F4B-BCB3-46721BDF1C02}" type="presParOf" srcId="{90561C55-3C6E-4D53-85E1-2C50BCDDA392}" destId="{B174A619-85EA-49F5-AC0B-166C460D79EE}" srcOrd="14" destOrd="0" presId="urn:microsoft.com/office/officeart/2008/layout/VerticalCurvedList"/>
    <dgm:cxn modelId="{71C57AFB-372E-498E-963F-648F4AA3B49D}" type="presParOf" srcId="{B174A619-85EA-49F5-AC0B-166C460D79EE}" destId="{3A616B48-8E6C-46C3-BBC2-633F13719693}"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A8DC21-3E65-409D-AD53-DA51BB9198A0}">
      <dsp:nvSpPr>
        <dsp:cNvPr id="0" name=""/>
        <dsp:cNvSpPr/>
      </dsp:nvSpPr>
      <dsp:spPr>
        <a:xfrm>
          <a:off x="523237" y="494935"/>
          <a:ext cx="2285995" cy="2285995"/>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99B5DD6-89E9-4537-B415-4205CEB9323A}">
      <dsp:nvSpPr>
        <dsp:cNvPr id="0" name=""/>
        <dsp:cNvSpPr/>
      </dsp:nvSpPr>
      <dsp:spPr>
        <a:xfrm>
          <a:off x="54818" y="2746269"/>
          <a:ext cx="322283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pPr>
          <a:r>
            <a:rPr lang="en-ZA" sz="2700" kern="1200" dirty="0"/>
            <a:t>GDP per Capita Prediction</a:t>
          </a:r>
          <a:endParaRPr lang="en-US" sz="2700" kern="1200" dirty="0"/>
        </a:p>
      </dsp:txBody>
      <dsp:txXfrm>
        <a:off x="54818" y="2746269"/>
        <a:ext cx="3222832" cy="720000"/>
      </dsp:txXfrm>
    </dsp:sp>
    <dsp:sp modelId="{CE9DF0E8-B0DE-4E1E-9FF4-6006AD8428DB}">
      <dsp:nvSpPr>
        <dsp:cNvPr id="0" name=""/>
        <dsp:cNvSpPr/>
      </dsp:nvSpPr>
      <dsp:spPr>
        <a:xfrm>
          <a:off x="4310064" y="494935"/>
          <a:ext cx="2285995" cy="2285995"/>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5120873-6F5C-4053-8EAD-6287A7F1097E}">
      <dsp:nvSpPr>
        <dsp:cNvPr id="0" name=""/>
        <dsp:cNvSpPr/>
      </dsp:nvSpPr>
      <dsp:spPr>
        <a:xfrm>
          <a:off x="3841646" y="2746269"/>
          <a:ext cx="322283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pPr>
          <a:r>
            <a:rPr lang="en-US" sz="2700" kern="1200" dirty="0"/>
            <a:t>Modeling key Economic Indicators </a:t>
          </a:r>
        </a:p>
      </dsp:txBody>
      <dsp:txXfrm>
        <a:off x="3841646" y="2746269"/>
        <a:ext cx="3222832" cy="720000"/>
      </dsp:txXfrm>
    </dsp:sp>
    <dsp:sp modelId="{6DB1FE51-13D0-4A38-AD6E-48D4371A1AF3}">
      <dsp:nvSpPr>
        <dsp:cNvPr id="0" name=""/>
        <dsp:cNvSpPr/>
      </dsp:nvSpPr>
      <dsp:spPr>
        <a:xfrm>
          <a:off x="8096892" y="494935"/>
          <a:ext cx="2285995" cy="2285995"/>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33097FC-B1F8-4953-B0AB-E8E73D968D1C}">
      <dsp:nvSpPr>
        <dsp:cNvPr id="0" name=""/>
        <dsp:cNvSpPr/>
      </dsp:nvSpPr>
      <dsp:spPr>
        <a:xfrm>
          <a:off x="7628474" y="2746269"/>
          <a:ext cx="322283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pPr>
          <a:r>
            <a:rPr lang="en-US" sz="2700" kern="1200" dirty="0"/>
            <a:t>Enhancing Policies and Decision Making</a:t>
          </a:r>
        </a:p>
      </dsp:txBody>
      <dsp:txXfrm>
        <a:off x="7628474" y="2746269"/>
        <a:ext cx="3222832"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B43FC-100B-4A0D-A4D5-0D2D04B99064}">
      <dsp:nvSpPr>
        <dsp:cNvPr id="0" name=""/>
        <dsp:cNvSpPr/>
      </dsp:nvSpPr>
      <dsp:spPr>
        <a:xfrm>
          <a:off x="-4028574" y="-618397"/>
          <a:ext cx="4800732" cy="4800732"/>
        </a:xfrm>
        <a:prstGeom prst="blockArc">
          <a:avLst>
            <a:gd name="adj1" fmla="val 18900000"/>
            <a:gd name="adj2" fmla="val 2700000"/>
            <a:gd name="adj3" fmla="val 450"/>
          </a:avLst>
        </a:prstGeom>
        <a:noFill/>
        <a:ln w="12700" cap="rnd"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8319267-C71E-43C9-94E1-827D0616C7A7}">
      <dsp:nvSpPr>
        <dsp:cNvPr id="0" name=""/>
        <dsp:cNvSpPr/>
      </dsp:nvSpPr>
      <dsp:spPr>
        <a:xfrm>
          <a:off x="250300" y="162016"/>
          <a:ext cx="6556659" cy="323890"/>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7088" tIns="40640" rIns="40640" bIns="40640" numCol="1" spcCol="1270" anchor="ctr" anchorCtr="0">
          <a:noAutofit/>
        </a:bodyPr>
        <a:lstStyle/>
        <a:p>
          <a:pPr marL="0" lvl="0" indent="0" algn="l" defTabSz="711200">
            <a:lnSpc>
              <a:spcPct val="100000"/>
            </a:lnSpc>
            <a:spcBef>
              <a:spcPct val="0"/>
            </a:spcBef>
            <a:spcAft>
              <a:spcPct val="35000"/>
            </a:spcAft>
            <a:buNone/>
          </a:pPr>
          <a:r>
            <a:rPr lang="en-IN" sz="1600" b="1" kern="1200" dirty="0"/>
            <a:t>Economic Indicator Identification </a:t>
          </a:r>
          <a:endParaRPr lang="en-US" sz="1600" b="1" kern="1200" dirty="0"/>
        </a:p>
      </dsp:txBody>
      <dsp:txXfrm>
        <a:off x="250300" y="162016"/>
        <a:ext cx="6556659" cy="323890"/>
      </dsp:txXfrm>
    </dsp:sp>
    <dsp:sp modelId="{07CB3071-D555-47DA-A36A-69EB91531FD8}">
      <dsp:nvSpPr>
        <dsp:cNvPr id="0" name=""/>
        <dsp:cNvSpPr/>
      </dsp:nvSpPr>
      <dsp:spPr>
        <a:xfrm>
          <a:off x="47868" y="121530"/>
          <a:ext cx="404863" cy="404863"/>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5DE6538-27BD-44AF-A1A8-CA8F6B10FDD2}">
      <dsp:nvSpPr>
        <dsp:cNvPr id="0" name=""/>
        <dsp:cNvSpPr/>
      </dsp:nvSpPr>
      <dsp:spPr>
        <a:xfrm>
          <a:off x="543612" y="648137"/>
          <a:ext cx="6263347" cy="323890"/>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7088" tIns="40640" rIns="40640" bIns="40640" numCol="1" spcCol="1270" anchor="ctr" anchorCtr="0">
          <a:noAutofit/>
        </a:bodyPr>
        <a:lstStyle/>
        <a:p>
          <a:pPr marL="0" lvl="0" indent="0" algn="l" defTabSz="711200">
            <a:lnSpc>
              <a:spcPct val="100000"/>
            </a:lnSpc>
            <a:spcBef>
              <a:spcPct val="0"/>
            </a:spcBef>
            <a:spcAft>
              <a:spcPct val="35000"/>
            </a:spcAft>
            <a:buNone/>
          </a:pPr>
          <a:r>
            <a:rPr lang="en-IN" sz="1600" b="1" kern="1200" dirty="0"/>
            <a:t>Data Sourcing</a:t>
          </a:r>
          <a:endParaRPr lang="en-US" sz="1600" b="1" kern="1200" dirty="0"/>
        </a:p>
      </dsp:txBody>
      <dsp:txXfrm>
        <a:off x="543612" y="648137"/>
        <a:ext cx="6263347" cy="323890"/>
      </dsp:txXfrm>
    </dsp:sp>
    <dsp:sp modelId="{3F8116AC-FAC3-4E95-9865-93CCFEB191B9}">
      <dsp:nvSpPr>
        <dsp:cNvPr id="0" name=""/>
        <dsp:cNvSpPr/>
      </dsp:nvSpPr>
      <dsp:spPr>
        <a:xfrm>
          <a:off x="341180" y="607651"/>
          <a:ext cx="404863" cy="404863"/>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F003BCA7-6387-42CC-BB7C-DB4D5C7D7F05}">
      <dsp:nvSpPr>
        <dsp:cNvPr id="0" name=""/>
        <dsp:cNvSpPr/>
      </dsp:nvSpPr>
      <dsp:spPr>
        <a:xfrm>
          <a:off x="704345" y="1133902"/>
          <a:ext cx="6102613" cy="323890"/>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7088" tIns="40640" rIns="40640" bIns="40640" numCol="1" spcCol="1270" anchor="ctr" anchorCtr="0">
          <a:noAutofit/>
        </a:bodyPr>
        <a:lstStyle/>
        <a:p>
          <a:pPr marL="0" lvl="0" indent="0" algn="l" defTabSz="711200">
            <a:lnSpc>
              <a:spcPct val="100000"/>
            </a:lnSpc>
            <a:spcBef>
              <a:spcPct val="0"/>
            </a:spcBef>
            <a:spcAft>
              <a:spcPct val="35000"/>
            </a:spcAft>
            <a:buNone/>
          </a:pPr>
          <a:r>
            <a:rPr lang="en-US" sz="1600" b="1" kern="1200" dirty="0"/>
            <a:t>Data Cleaning &amp; Feature Scaling</a:t>
          </a:r>
        </a:p>
      </dsp:txBody>
      <dsp:txXfrm>
        <a:off x="704345" y="1133902"/>
        <a:ext cx="6102613" cy="323890"/>
      </dsp:txXfrm>
    </dsp:sp>
    <dsp:sp modelId="{E299ACC8-9E04-4873-A8CE-482151E06947}">
      <dsp:nvSpPr>
        <dsp:cNvPr id="0" name=""/>
        <dsp:cNvSpPr/>
      </dsp:nvSpPr>
      <dsp:spPr>
        <a:xfrm>
          <a:off x="501914" y="1093416"/>
          <a:ext cx="404863" cy="404863"/>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84E3737-30D3-4B27-BC62-6039B5F2B6B8}">
      <dsp:nvSpPr>
        <dsp:cNvPr id="0" name=""/>
        <dsp:cNvSpPr/>
      </dsp:nvSpPr>
      <dsp:spPr>
        <a:xfrm>
          <a:off x="755666" y="1620023"/>
          <a:ext cx="6051292" cy="323890"/>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7088" tIns="40640" rIns="40640" bIns="40640" numCol="1" spcCol="1270" anchor="ctr" anchorCtr="0">
          <a:noAutofit/>
        </a:bodyPr>
        <a:lstStyle/>
        <a:p>
          <a:pPr marL="0" lvl="0" indent="0" algn="l" defTabSz="711200">
            <a:lnSpc>
              <a:spcPct val="100000"/>
            </a:lnSpc>
            <a:spcBef>
              <a:spcPct val="0"/>
            </a:spcBef>
            <a:spcAft>
              <a:spcPct val="35000"/>
            </a:spcAft>
            <a:buNone/>
          </a:pPr>
          <a:r>
            <a:rPr lang="en-US" sz="1600" b="1" kern="1200" dirty="0"/>
            <a:t>Exploratory Data Analysis</a:t>
          </a:r>
        </a:p>
      </dsp:txBody>
      <dsp:txXfrm>
        <a:off x="755666" y="1620023"/>
        <a:ext cx="6051292" cy="323890"/>
      </dsp:txXfrm>
    </dsp:sp>
    <dsp:sp modelId="{4B24C1B2-D261-4FA4-8BEB-36418E2F82CA}">
      <dsp:nvSpPr>
        <dsp:cNvPr id="0" name=""/>
        <dsp:cNvSpPr/>
      </dsp:nvSpPr>
      <dsp:spPr>
        <a:xfrm>
          <a:off x="553234" y="1579537"/>
          <a:ext cx="404863" cy="404863"/>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593CBBE-E42F-4630-99F7-C1F744A2F575}">
      <dsp:nvSpPr>
        <dsp:cNvPr id="0" name=""/>
        <dsp:cNvSpPr/>
      </dsp:nvSpPr>
      <dsp:spPr>
        <a:xfrm>
          <a:off x="704345" y="2106144"/>
          <a:ext cx="6102613" cy="323890"/>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7088" tIns="40640" rIns="40640" bIns="40640" numCol="1" spcCol="1270" anchor="ctr" anchorCtr="0">
          <a:noAutofit/>
        </a:bodyPr>
        <a:lstStyle/>
        <a:p>
          <a:pPr marL="0" lvl="0" indent="0" algn="l" defTabSz="711200">
            <a:lnSpc>
              <a:spcPct val="100000"/>
            </a:lnSpc>
            <a:spcBef>
              <a:spcPct val="0"/>
            </a:spcBef>
            <a:spcAft>
              <a:spcPct val="35000"/>
            </a:spcAft>
            <a:buNone/>
          </a:pPr>
          <a:r>
            <a:rPr lang="en-US" sz="1600" b="1" kern="1200" dirty="0"/>
            <a:t>Regression Model Implementation</a:t>
          </a:r>
        </a:p>
      </dsp:txBody>
      <dsp:txXfrm>
        <a:off x="704345" y="2106144"/>
        <a:ext cx="6102613" cy="323890"/>
      </dsp:txXfrm>
    </dsp:sp>
    <dsp:sp modelId="{32B07253-B2D5-4EBC-AF76-A83BEC9B6411}">
      <dsp:nvSpPr>
        <dsp:cNvPr id="0" name=""/>
        <dsp:cNvSpPr/>
      </dsp:nvSpPr>
      <dsp:spPr>
        <a:xfrm>
          <a:off x="501914" y="2065658"/>
          <a:ext cx="404863" cy="404863"/>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35BF1212-7E52-4BE5-B034-5FCD098395A8}">
      <dsp:nvSpPr>
        <dsp:cNvPr id="0" name=""/>
        <dsp:cNvSpPr/>
      </dsp:nvSpPr>
      <dsp:spPr>
        <a:xfrm>
          <a:off x="543612" y="2591909"/>
          <a:ext cx="6263347" cy="323890"/>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7088" tIns="40640" rIns="40640" bIns="40640" numCol="1" spcCol="1270" anchor="ctr" anchorCtr="0">
          <a:noAutofit/>
        </a:bodyPr>
        <a:lstStyle/>
        <a:p>
          <a:pPr marL="0" lvl="0" indent="0" algn="l" defTabSz="711200">
            <a:lnSpc>
              <a:spcPct val="100000"/>
            </a:lnSpc>
            <a:spcBef>
              <a:spcPct val="0"/>
            </a:spcBef>
            <a:spcAft>
              <a:spcPct val="35000"/>
            </a:spcAft>
            <a:buNone/>
          </a:pPr>
          <a:r>
            <a:rPr lang="en-US" sz="1600" b="1" kern="1200" dirty="0"/>
            <a:t>Model Accuracy Assessment</a:t>
          </a:r>
        </a:p>
      </dsp:txBody>
      <dsp:txXfrm>
        <a:off x="543612" y="2591909"/>
        <a:ext cx="6263347" cy="323890"/>
      </dsp:txXfrm>
    </dsp:sp>
    <dsp:sp modelId="{3E9895DA-8AB9-4265-8054-7C0ACEEAC690}">
      <dsp:nvSpPr>
        <dsp:cNvPr id="0" name=""/>
        <dsp:cNvSpPr/>
      </dsp:nvSpPr>
      <dsp:spPr>
        <a:xfrm>
          <a:off x="341180" y="2551423"/>
          <a:ext cx="404863" cy="404863"/>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FA5385C-2CCF-4EDE-8691-EF18C31F98F8}">
      <dsp:nvSpPr>
        <dsp:cNvPr id="0" name=""/>
        <dsp:cNvSpPr/>
      </dsp:nvSpPr>
      <dsp:spPr>
        <a:xfrm>
          <a:off x="250300" y="3078030"/>
          <a:ext cx="6556659" cy="323890"/>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7088" tIns="40640" rIns="40640" bIns="40640" numCol="1" spcCol="1270" anchor="ctr" anchorCtr="0">
          <a:noAutofit/>
        </a:bodyPr>
        <a:lstStyle/>
        <a:p>
          <a:pPr marL="0" lvl="0" indent="0" algn="l" defTabSz="711200">
            <a:lnSpc>
              <a:spcPct val="100000"/>
            </a:lnSpc>
            <a:spcBef>
              <a:spcPct val="0"/>
            </a:spcBef>
            <a:spcAft>
              <a:spcPct val="35000"/>
            </a:spcAft>
            <a:buNone/>
          </a:pPr>
          <a:r>
            <a:rPr lang="en-US" sz="1600" b="1" kern="1200" dirty="0"/>
            <a:t>Result Interpretation</a:t>
          </a:r>
        </a:p>
      </dsp:txBody>
      <dsp:txXfrm>
        <a:off x="250300" y="3078030"/>
        <a:ext cx="6556659" cy="323890"/>
      </dsp:txXfrm>
    </dsp:sp>
    <dsp:sp modelId="{3A616B48-8E6C-46C3-BBC2-633F13719693}">
      <dsp:nvSpPr>
        <dsp:cNvPr id="0" name=""/>
        <dsp:cNvSpPr/>
      </dsp:nvSpPr>
      <dsp:spPr>
        <a:xfrm>
          <a:off x="47868" y="3037544"/>
          <a:ext cx="404863" cy="404863"/>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B43FC-100B-4A0D-A4D5-0D2D04B99064}">
      <dsp:nvSpPr>
        <dsp:cNvPr id="0" name=""/>
        <dsp:cNvSpPr/>
      </dsp:nvSpPr>
      <dsp:spPr>
        <a:xfrm>
          <a:off x="-4028574" y="-618397"/>
          <a:ext cx="4800732" cy="4800732"/>
        </a:xfrm>
        <a:prstGeom prst="blockArc">
          <a:avLst>
            <a:gd name="adj1" fmla="val 18900000"/>
            <a:gd name="adj2" fmla="val 2700000"/>
            <a:gd name="adj3" fmla="val 450"/>
          </a:avLst>
        </a:prstGeom>
        <a:noFill/>
        <a:ln w="12700" cap="rnd"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8319267-C71E-43C9-94E1-827D0616C7A7}">
      <dsp:nvSpPr>
        <dsp:cNvPr id="0" name=""/>
        <dsp:cNvSpPr/>
      </dsp:nvSpPr>
      <dsp:spPr>
        <a:xfrm>
          <a:off x="250300" y="162016"/>
          <a:ext cx="6556659" cy="323890"/>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7088" tIns="40640" rIns="40640" bIns="40640" numCol="1" spcCol="1270" anchor="ctr" anchorCtr="0">
          <a:noAutofit/>
        </a:bodyPr>
        <a:lstStyle/>
        <a:p>
          <a:pPr marL="0" lvl="0" indent="0" algn="l" defTabSz="711200">
            <a:lnSpc>
              <a:spcPct val="100000"/>
            </a:lnSpc>
            <a:spcBef>
              <a:spcPct val="0"/>
            </a:spcBef>
            <a:spcAft>
              <a:spcPct val="35000"/>
            </a:spcAft>
            <a:buNone/>
          </a:pPr>
          <a:r>
            <a:rPr lang="en-IN" sz="1600" b="1" kern="1200" dirty="0"/>
            <a:t>Drop Unwanted Features </a:t>
          </a:r>
          <a:endParaRPr lang="en-US" sz="1600" b="1" kern="1200" dirty="0"/>
        </a:p>
      </dsp:txBody>
      <dsp:txXfrm>
        <a:off x="250300" y="162016"/>
        <a:ext cx="6556659" cy="323890"/>
      </dsp:txXfrm>
    </dsp:sp>
    <dsp:sp modelId="{07CB3071-D555-47DA-A36A-69EB91531FD8}">
      <dsp:nvSpPr>
        <dsp:cNvPr id="0" name=""/>
        <dsp:cNvSpPr/>
      </dsp:nvSpPr>
      <dsp:spPr>
        <a:xfrm>
          <a:off x="47868" y="121530"/>
          <a:ext cx="404863" cy="404863"/>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5DE6538-27BD-44AF-A1A8-CA8F6B10FDD2}">
      <dsp:nvSpPr>
        <dsp:cNvPr id="0" name=""/>
        <dsp:cNvSpPr/>
      </dsp:nvSpPr>
      <dsp:spPr>
        <a:xfrm>
          <a:off x="543612" y="648137"/>
          <a:ext cx="6263347" cy="323890"/>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7088" tIns="40640" rIns="40640" bIns="40640" numCol="1" spcCol="1270" anchor="ctr" anchorCtr="0">
          <a:noAutofit/>
        </a:bodyPr>
        <a:lstStyle/>
        <a:p>
          <a:pPr marL="0" lvl="0" indent="0" algn="l" defTabSz="711200">
            <a:lnSpc>
              <a:spcPct val="100000"/>
            </a:lnSpc>
            <a:spcBef>
              <a:spcPct val="0"/>
            </a:spcBef>
            <a:spcAft>
              <a:spcPct val="35000"/>
            </a:spcAft>
            <a:buNone/>
          </a:pPr>
          <a:r>
            <a:rPr lang="en-US" sz="1600" b="1" kern="1200" dirty="0"/>
            <a:t>Checking for Null Values</a:t>
          </a:r>
        </a:p>
      </dsp:txBody>
      <dsp:txXfrm>
        <a:off x="543612" y="648137"/>
        <a:ext cx="6263347" cy="323890"/>
      </dsp:txXfrm>
    </dsp:sp>
    <dsp:sp modelId="{3F8116AC-FAC3-4E95-9865-93CCFEB191B9}">
      <dsp:nvSpPr>
        <dsp:cNvPr id="0" name=""/>
        <dsp:cNvSpPr/>
      </dsp:nvSpPr>
      <dsp:spPr>
        <a:xfrm>
          <a:off x="341180" y="607651"/>
          <a:ext cx="404863" cy="404863"/>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F003BCA7-6387-42CC-BB7C-DB4D5C7D7F05}">
      <dsp:nvSpPr>
        <dsp:cNvPr id="0" name=""/>
        <dsp:cNvSpPr/>
      </dsp:nvSpPr>
      <dsp:spPr>
        <a:xfrm>
          <a:off x="704345" y="1133902"/>
          <a:ext cx="6102613" cy="323890"/>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7088" tIns="40640" rIns="40640" bIns="40640" numCol="1" spcCol="1270" anchor="ctr" anchorCtr="0">
          <a:noAutofit/>
        </a:bodyPr>
        <a:lstStyle/>
        <a:p>
          <a:pPr marL="0" lvl="0" indent="0" algn="l" defTabSz="711200">
            <a:lnSpc>
              <a:spcPct val="100000"/>
            </a:lnSpc>
            <a:spcBef>
              <a:spcPct val="0"/>
            </a:spcBef>
            <a:spcAft>
              <a:spcPct val="35000"/>
            </a:spcAft>
            <a:buNone/>
          </a:pPr>
          <a:r>
            <a:rPr lang="en-IN" sz="1600" b="1" kern="1200" dirty="0"/>
            <a:t>Handling Missing Value</a:t>
          </a:r>
          <a:endParaRPr lang="en-US" sz="1600" b="1" kern="1200" dirty="0"/>
        </a:p>
      </dsp:txBody>
      <dsp:txXfrm>
        <a:off x="704345" y="1133902"/>
        <a:ext cx="6102613" cy="323890"/>
      </dsp:txXfrm>
    </dsp:sp>
    <dsp:sp modelId="{E299ACC8-9E04-4873-A8CE-482151E06947}">
      <dsp:nvSpPr>
        <dsp:cNvPr id="0" name=""/>
        <dsp:cNvSpPr/>
      </dsp:nvSpPr>
      <dsp:spPr>
        <a:xfrm>
          <a:off x="501914" y="1093416"/>
          <a:ext cx="404863" cy="404863"/>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84E3737-30D3-4B27-BC62-6039B5F2B6B8}">
      <dsp:nvSpPr>
        <dsp:cNvPr id="0" name=""/>
        <dsp:cNvSpPr/>
      </dsp:nvSpPr>
      <dsp:spPr>
        <a:xfrm>
          <a:off x="755666" y="1620023"/>
          <a:ext cx="6051292" cy="323890"/>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7088" tIns="40640" rIns="40640" bIns="40640" numCol="1" spcCol="1270" anchor="ctr" anchorCtr="0">
          <a:noAutofit/>
        </a:bodyPr>
        <a:lstStyle/>
        <a:p>
          <a:pPr marL="0" lvl="0" indent="0" algn="l" defTabSz="711200">
            <a:lnSpc>
              <a:spcPct val="100000"/>
            </a:lnSpc>
            <a:spcBef>
              <a:spcPct val="0"/>
            </a:spcBef>
            <a:spcAft>
              <a:spcPct val="35000"/>
            </a:spcAft>
            <a:buNone/>
          </a:pPr>
          <a:r>
            <a:rPr lang="en-IN" sz="1600" b="1" kern="1200" dirty="0"/>
            <a:t>Handling Outliers</a:t>
          </a:r>
          <a:endParaRPr lang="en-US" sz="1600" b="1" kern="1200" dirty="0"/>
        </a:p>
      </dsp:txBody>
      <dsp:txXfrm>
        <a:off x="755666" y="1620023"/>
        <a:ext cx="6051292" cy="323890"/>
      </dsp:txXfrm>
    </dsp:sp>
    <dsp:sp modelId="{4B24C1B2-D261-4FA4-8BEB-36418E2F82CA}">
      <dsp:nvSpPr>
        <dsp:cNvPr id="0" name=""/>
        <dsp:cNvSpPr/>
      </dsp:nvSpPr>
      <dsp:spPr>
        <a:xfrm>
          <a:off x="553234" y="1579537"/>
          <a:ext cx="404863" cy="404863"/>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593CBBE-E42F-4630-99F7-C1F744A2F575}">
      <dsp:nvSpPr>
        <dsp:cNvPr id="0" name=""/>
        <dsp:cNvSpPr/>
      </dsp:nvSpPr>
      <dsp:spPr>
        <a:xfrm>
          <a:off x="704345" y="2106144"/>
          <a:ext cx="6102613" cy="323890"/>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7088" tIns="40640" rIns="40640" bIns="40640" numCol="1" spcCol="1270" anchor="ctr" anchorCtr="0">
          <a:noAutofit/>
        </a:bodyPr>
        <a:lstStyle/>
        <a:p>
          <a:pPr marL="0" lvl="0" indent="0" algn="l" defTabSz="711200">
            <a:lnSpc>
              <a:spcPct val="100000"/>
            </a:lnSpc>
            <a:spcBef>
              <a:spcPct val="0"/>
            </a:spcBef>
            <a:spcAft>
              <a:spcPct val="35000"/>
            </a:spcAft>
            <a:buNone/>
          </a:pPr>
          <a:r>
            <a:rPr lang="en-IN" sz="1600" b="1" kern="1200" dirty="0"/>
            <a:t>Handling Categorical Data</a:t>
          </a:r>
          <a:endParaRPr lang="en-US" sz="1600" b="1" kern="1200" dirty="0"/>
        </a:p>
      </dsp:txBody>
      <dsp:txXfrm>
        <a:off x="704345" y="2106144"/>
        <a:ext cx="6102613" cy="323890"/>
      </dsp:txXfrm>
    </dsp:sp>
    <dsp:sp modelId="{32B07253-B2D5-4EBC-AF76-A83BEC9B6411}">
      <dsp:nvSpPr>
        <dsp:cNvPr id="0" name=""/>
        <dsp:cNvSpPr/>
      </dsp:nvSpPr>
      <dsp:spPr>
        <a:xfrm>
          <a:off x="501914" y="2065658"/>
          <a:ext cx="404863" cy="404863"/>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35BF1212-7E52-4BE5-B034-5FCD098395A8}">
      <dsp:nvSpPr>
        <dsp:cNvPr id="0" name=""/>
        <dsp:cNvSpPr/>
      </dsp:nvSpPr>
      <dsp:spPr>
        <a:xfrm>
          <a:off x="543612" y="2591909"/>
          <a:ext cx="6263347" cy="323890"/>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7088" tIns="40640" rIns="40640" bIns="40640" numCol="1" spcCol="1270" anchor="ctr" anchorCtr="0">
          <a:noAutofit/>
        </a:bodyPr>
        <a:lstStyle/>
        <a:p>
          <a:pPr marL="0" lvl="0" indent="0" algn="l" defTabSz="711200">
            <a:lnSpc>
              <a:spcPct val="100000"/>
            </a:lnSpc>
            <a:spcBef>
              <a:spcPct val="0"/>
            </a:spcBef>
            <a:spcAft>
              <a:spcPct val="35000"/>
            </a:spcAft>
            <a:buNone/>
          </a:pPr>
          <a:r>
            <a:rPr lang="en-US" sz="1600" b="1" kern="1200" dirty="0"/>
            <a:t>Splitting Data Into Train and Test</a:t>
          </a:r>
        </a:p>
      </dsp:txBody>
      <dsp:txXfrm>
        <a:off x="543612" y="2591909"/>
        <a:ext cx="6263347" cy="323890"/>
      </dsp:txXfrm>
    </dsp:sp>
    <dsp:sp modelId="{3E9895DA-8AB9-4265-8054-7C0ACEEAC690}">
      <dsp:nvSpPr>
        <dsp:cNvPr id="0" name=""/>
        <dsp:cNvSpPr/>
      </dsp:nvSpPr>
      <dsp:spPr>
        <a:xfrm>
          <a:off x="341180" y="2551423"/>
          <a:ext cx="404863" cy="404863"/>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FA5385C-2CCF-4EDE-8691-EF18C31F98F8}">
      <dsp:nvSpPr>
        <dsp:cNvPr id="0" name=""/>
        <dsp:cNvSpPr/>
      </dsp:nvSpPr>
      <dsp:spPr>
        <a:xfrm>
          <a:off x="250300" y="3078030"/>
          <a:ext cx="6556659" cy="323890"/>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7088" tIns="40640" rIns="40640" bIns="40640" numCol="1" spcCol="1270" anchor="ctr" anchorCtr="0">
          <a:noAutofit/>
        </a:bodyPr>
        <a:lstStyle/>
        <a:p>
          <a:pPr marL="0" lvl="0" indent="0" algn="l" defTabSz="711200">
            <a:lnSpc>
              <a:spcPct val="100000"/>
            </a:lnSpc>
            <a:spcBef>
              <a:spcPct val="0"/>
            </a:spcBef>
            <a:spcAft>
              <a:spcPct val="35000"/>
            </a:spcAft>
            <a:buNone/>
          </a:pPr>
          <a:r>
            <a:rPr lang="en-IN" sz="1600" b="1" kern="1200" dirty="0"/>
            <a:t>Feature Scaling</a:t>
          </a:r>
          <a:endParaRPr lang="en-IN" sz="1600" b="0" kern="1200" dirty="0"/>
        </a:p>
      </dsp:txBody>
      <dsp:txXfrm>
        <a:off x="250300" y="3078030"/>
        <a:ext cx="6556659" cy="323890"/>
      </dsp:txXfrm>
    </dsp:sp>
    <dsp:sp modelId="{3A616B48-8E6C-46C3-BBC2-633F13719693}">
      <dsp:nvSpPr>
        <dsp:cNvPr id="0" name=""/>
        <dsp:cNvSpPr/>
      </dsp:nvSpPr>
      <dsp:spPr>
        <a:xfrm>
          <a:off x="47868" y="3037544"/>
          <a:ext cx="404863" cy="404863"/>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9/21/2025</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9/21/2025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a:t>
            </a:fld>
            <a:endParaRPr lang="en-US" dirty="0"/>
          </a:p>
        </p:txBody>
      </p:sp>
    </p:spTree>
    <p:extLst>
      <p:ext uri="{BB962C8B-B14F-4D97-AF65-F5344CB8AC3E}">
        <p14:creationId xmlns:p14="http://schemas.microsoft.com/office/powerpoint/2010/main" val="431927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4</a:t>
            </a:fld>
            <a:endParaRPr lang="en-US" dirty="0"/>
          </a:p>
        </p:txBody>
      </p:sp>
    </p:spTree>
    <p:extLst>
      <p:ext uri="{BB962C8B-B14F-4D97-AF65-F5344CB8AC3E}">
        <p14:creationId xmlns:p14="http://schemas.microsoft.com/office/powerpoint/2010/main" val="3505115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E012A-42D5-D699-027B-3A9909DBAC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735A46-3456-D856-2525-25754C492F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BFC339-70B7-027C-7951-245D1EE885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0C4CCF-918A-5783-28DA-92184F970CF5}"/>
              </a:ext>
            </a:extLst>
          </p:cNvPr>
          <p:cNvSpPr>
            <a:spLocks noGrp="1"/>
          </p:cNvSpPr>
          <p:nvPr>
            <p:ph type="sldNum" sz="quarter" idx="5"/>
          </p:nvPr>
        </p:nvSpPr>
        <p:spPr/>
        <p:txBody>
          <a:bodyPr/>
          <a:lstStyle/>
          <a:p>
            <a:fld id="{C6B3AB32-59DF-41F1-9618-EDFBF5049629}" type="slidenum">
              <a:rPr lang="en-US" smtClean="0"/>
              <a:t>9</a:t>
            </a:fld>
            <a:endParaRPr lang="en-US" dirty="0"/>
          </a:p>
        </p:txBody>
      </p:sp>
    </p:spTree>
    <p:extLst>
      <p:ext uri="{BB962C8B-B14F-4D97-AF65-F5344CB8AC3E}">
        <p14:creationId xmlns:p14="http://schemas.microsoft.com/office/powerpoint/2010/main" val="38739179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15</a:t>
            </a:fld>
            <a:endParaRPr lang="en-US" dirty="0"/>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9/21/2025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9/21/2025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9/21/2025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9/21/2025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9/21/2025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9/21/2025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9.pn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kaggle.com/datasets/fernandol/countries-of-the-world"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3.pn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3840F91C-EDD0-4D4E-A4AB-E6C77856C88C}"/>
              </a:ext>
            </a:extLst>
          </p:cNvPr>
          <p:cNvPicPr>
            <a:picLocks noChangeAspect="1"/>
          </p:cNvPicPr>
          <p:nvPr/>
        </p:nvPicPr>
        <p:blipFill>
          <a:blip r:embed="rId3"/>
          <a:srcRect t="7812" b="7812"/>
          <a:stretch/>
        </p:blipFill>
        <p:spPr>
          <a:xfrm>
            <a:off x="-10653"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9" name="TextBox 8">
            <a:extLst>
              <a:ext uri="{FF2B5EF4-FFF2-40B4-BE49-F238E27FC236}">
                <a16:creationId xmlns:a16="http://schemas.microsoft.com/office/drawing/2014/main" id="{AC2E04B0-1667-A565-67BE-29B9D968DCAE}"/>
              </a:ext>
            </a:extLst>
          </p:cNvPr>
          <p:cNvSpPr txBox="1"/>
          <p:nvPr/>
        </p:nvSpPr>
        <p:spPr>
          <a:xfrm>
            <a:off x="581191" y="4501374"/>
            <a:ext cx="10993549" cy="1877437"/>
          </a:xfrm>
          <a:prstGeom prst="rect">
            <a:avLst/>
          </a:prstGeom>
          <a:noFill/>
        </p:spPr>
        <p:txBody>
          <a:bodyPr wrap="square" rtlCol="0">
            <a:spAutoFit/>
          </a:bodyPr>
          <a:lstStyle/>
          <a:p>
            <a:r>
              <a:rPr lang="en-US" sz="2800" b="1" dirty="0" err="1">
                <a:solidFill>
                  <a:schemeClr val="bg1"/>
                </a:solidFill>
              </a:rPr>
              <a:t>GDPredict</a:t>
            </a:r>
            <a:r>
              <a:rPr lang="en-US" sz="2800" b="1" dirty="0">
                <a:solidFill>
                  <a:schemeClr val="bg1"/>
                </a:solidFill>
              </a:rPr>
              <a:t>:  A Machine Learning Approach Towards GDP per Capita Prediction</a:t>
            </a:r>
          </a:p>
          <a:p>
            <a:endParaRPr lang="en-US" sz="2800" b="1" dirty="0">
              <a:solidFill>
                <a:schemeClr val="bg1"/>
              </a:solidFill>
            </a:endParaRPr>
          </a:p>
          <a:p>
            <a:pPr algn="r"/>
            <a:r>
              <a:rPr lang="en-US" sz="1600" dirty="0">
                <a:solidFill>
                  <a:schemeClr val="bg1"/>
                </a:solidFill>
              </a:rPr>
              <a:t>Sanket Kashyap, 23BBS0023</a:t>
            </a:r>
          </a:p>
          <a:p>
            <a:pPr algn="r"/>
            <a:r>
              <a:rPr lang="en-US" sz="1600" dirty="0">
                <a:solidFill>
                  <a:schemeClr val="bg1"/>
                </a:solidFill>
              </a:rPr>
              <a:t>Ujjwal Hirwani, 23BBS0036</a:t>
            </a:r>
            <a:endParaRPr lang="en-IN" sz="1600" dirty="0">
              <a:solidFill>
                <a:schemeClr val="bg1"/>
              </a:solidFill>
            </a:endParaRPr>
          </a:p>
        </p:txBody>
      </p:sp>
    </p:spTree>
    <p:extLst>
      <p:ext uri="{BB962C8B-B14F-4D97-AF65-F5344CB8AC3E}">
        <p14:creationId xmlns:p14="http://schemas.microsoft.com/office/powerpoint/2010/main" val="1487700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FDA9692-ECDC-4B59-86B2-8C90FDE1A0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6712"/>
            <a:ext cx="12192000" cy="63212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12C05506-42A1-49C0-9D87-081CCD9023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5264487"/>
            <a:ext cx="11029616" cy="718870"/>
          </a:xfrm>
        </p:spPr>
        <p:txBody>
          <a:bodyPr>
            <a:normAutofit/>
          </a:bodyPr>
          <a:lstStyle/>
          <a:p>
            <a:r>
              <a:rPr lang="en-US" dirty="0">
                <a:solidFill>
                  <a:srgbClr val="FFFEFF"/>
                </a:solidFill>
              </a:rPr>
              <a:t>Objectives</a:t>
            </a:r>
          </a:p>
        </p:txBody>
      </p:sp>
      <p:graphicFrame>
        <p:nvGraphicFramePr>
          <p:cNvPr id="4" name="Content Placeholder 3" descr="icon SmartArt graphic">
            <a:extLst>
              <a:ext uri="{FF2B5EF4-FFF2-40B4-BE49-F238E27FC236}">
                <a16:creationId xmlns:a16="http://schemas.microsoft.com/office/drawing/2014/main" id="{81E592E1-99DF-4294-A2E9-EF46299BD3F4}"/>
              </a:ext>
            </a:extLst>
          </p:cNvPr>
          <p:cNvGraphicFramePr>
            <a:graphicFrameLocks noGrp="1"/>
          </p:cNvGraphicFramePr>
          <p:nvPr>
            <p:ph idx="1"/>
            <p:extLst>
              <p:ext uri="{D42A27DB-BD31-4B8C-83A1-F6EECF244321}">
                <p14:modId xmlns:p14="http://schemas.microsoft.com/office/powerpoint/2010/main" val="3317835939"/>
              </p:ext>
            </p:extLst>
          </p:nvPr>
        </p:nvGraphicFramePr>
        <p:xfrm>
          <a:off x="642938" y="858445"/>
          <a:ext cx="10906125" cy="39612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03342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633EB-7DCB-4DDC-80AF-C885A3EE1245}"/>
              </a:ext>
            </a:extLst>
          </p:cNvPr>
          <p:cNvSpPr>
            <a:spLocks noGrp="1"/>
          </p:cNvSpPr>
          <p:nvPr>
            <p:ph type="title"/>
          </p:nvPr>
        </p:nvSpPr>
        <p:spPr/>
        <p:txBody>
          <a:bodyPr/>
          <a:lstStyle/>
          <a:p>
            <a:r>
              <a:rPr lang="en-US" dirty="0"/>
              <a:t>What is </a:t>
            </a:r>
            <a:r>
              <a:rPr lang="en-US" dirty="0" err="1"/>
              <a:t>gdp</a:t>
            </a:r>
            <a:r>
              <a:rPr lang="en-US" dirty="0"/>
              <a:t> per capita? </a:t>
            </a:r>
          </a:p>
        </p:txBody>
      </p:sp>
      <p:pic>
        <p:nvPicPr>
          <p:cNvPr id="11" name="Content Placeholder 4">
            <a:extLst>
              <a:ext uri="{FF2B5EF4-FFF2-40B4-BE49-F238E27FC236}">
                <a16:creationId xmlns:a16="http://schemas.microsoft.com/office/drawing/2014/main" id="{47D9BE16-119C-43B2-9AE6-18C4A150C0EF}"/>
              </a:ext>
            </a:extLst>
          </p:cNvPr>
          <p:cNvPicPr>
            <a:picLocks noGrp="1" noChangeAspect="1"/>
          </p:cNvPicPr>
          <p:nvPr>
            <p:ph sz="half" idx="1"/>
          </p:nvPr>
        </p:nvPicPr>
        <p:blipFill>
          <a:blip r:embed="rId2"/>
          <a:srcRect/>
          <a:stretch/>
        </p:blipFill>
        <p:spPr>
          <a:xfrm>
            <a:off x="581025" y="2231480"/>
            <a:ext cx="5422900" cy="3625353"/>
          </a:xfrm>
        </p:spPr>
      </p:pic>
      <p:sp>
        <p:nvSpPr>
          <p:cNvPr id="4" name="Content Placeholder 3">
            <a:extLst>
              <a:ext uri="{FF2B5EF4-FFF2-40B4-BE49-F238E27FC236}">
                <a16:creationId xmlns:a16="http://schemas.microsoft.com/office/drawing/2014/main" id="{20D58E27-83CB-9837-925C-682632C028B3}"/>
              </a:ext>
            </a:extLst>
          </p:cNvPr>
          <p:cNvSpPr>
            <a:spLocks noGrp="1"/>
          </p:cNvSpPr>
          <p:nvPr>
            <p:ph sz="half" idx="2"/>
          </p:nvPr>
        </p:nvSpPr>
        <p:spPr/>
        <p:txBody>
          <a:bodyPr/>
          <a:lstStyle/>
          <a:p>
            <a:r>
              <a:rPr lang="en-US" b="1" dirty="0"/>
              <a:t>Living Standards</a:t>
            </a:r>
            <a:r>
              <a:rPr lang="en-US" dirty="0"/>
              <a:t> – Indicates the average economic well-being of a population.</a:t>
            </a:r>
          </a:p>
          <a:p>
            <a:r>
              <a:rPr lang="en-US" b="1" dirty="0"/>
              <a:t>Economic Comparison</a:t>
            </a:r>
            <a:r>
              <a:rPr lang="en-US" dirty="0"/>
              <a:t> – Allows fair comparison of prosperity across countries.</a:t>
            </a:r>
          </a:p>
          <a:p>
            <a:r>
              <a:rPr lang="en-US" b="1" dirty="0"/>
              <a:t>Policy Planning</a:t>
            </a:r>
            <a:r>
              <a:rPr lang="en-US" dirty="0"/>
              <a:t> – Guides government in making development and welfare policies.</a:t>
            </a:r>
          </a:p>
          <a:p>
            <a:r>
              <a:rPr lang="en-US" b="1" dirty="0"/>
              <a:t>Investment Decisions</a:t>
            </a:r>
            <a:r>
              <a:rPr lang="en-US" dirty="0"/>
              <a:t> – Helps investors assess market potential and stability.</a:t>
            </a:r>
          </a:p>
          <a:p>
            <a:r>
              <a:rPr lang="en-US" b="1" dirty="0"/>
              <a:t>Growth Tracking</a:t>
            </a:r>
            <a:r>
              <a:rPr lang="en-US" dirty="0"/>
              <a:t> – Monitors economic progress over time, adjusted for population.</a:t>
            </a:r>
            <a:endParaRPr lang="en-IN" dirty="0"/>
          </a:p>
        </p:txBody>
      </p:sp>
    </p:spTree>
    <p:extLst>
      <p:ext uri="{BB962C8B-B14F-4D97-AF65-F5344CB8AC3E}">
        <p14:creationId xmlns:p14="http://schemas.microsoft.com/office/powerpoint/2010/main" val="497607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AE9D071-98CF-435C-BD2B-976514544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Content Placeholder 4">
            <a:extLst>
              <a:ext uri="{FF2B5EF4-FFF2-40B4-BE49-F238E27FC236}">
                <a16:creationId xmlns:a16="http://schemas.microsoft.com/office/drawing/2014/main" id="{EA70616B-E344-4856-8DF9-707C26236613}"/>
              </a:ext>
            </a:extLst>
          </p:cNvPr>
          <p:cNvPicPr>
            <a:picLocks noChangeAspect="1"/>
          </p:cNvPicPr>
          <p:nvPr/>
        </p:nvPicPr>
        <p:blipFill>
          <a:blip r:embed="rId3"/>
          <a:srcRect t="7812" b="7812"/>
          <a:stretch/>
        </p:blipFill>
        <p:spPr>
          <a:xfrm>
            <a:off x="20" y="10"/>
            <a:ext cx="12191980" cy="6857990"/>
          </a:xfrm>
          <a:prstGeom prst="rect">
            <a:avLst/>
          </a:prstGeom>
        </p:spPr>
      </p:pic>
      <p:grpSp>
        <p:nvGrpSpPr>
          <p:cNvPr id="15" name="Group 14">
            <a:extLst>
              <a:ext uri="{FF2B5EF4-FFF2-40B4-BE49-F238E27FC236}">
                <a16:creationId xmlns:a16="http://schemas.microsoft.com/office/drawing/2014/main" id="{D619FC33-16ED-4246-9596-BEFEB55E4C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7" y="457200"/>
            <a:ext cx="7507083" cy="5935132"/>
            <a:chOff x="438067" y="457200"/>
            <a:chExt cx="7507083" cy="5935132"/>
          </a:xfrm>
        </p:grpSpPr>
        <p:sp>
          <p:nvSpPr>
            <p:cNvPr id="16" name="Rectangle 15">
              <a:extLst>
                <a:ext uri="{FF2B5EF4-FFF2-40B4-BE49-F238E27FC236}">
                  <a16:creationId xmlns:a16="http://schemas.microsoft.com/office/drawing/2014/main" id="{2EEA80E1-F99F-4009-837F-2F72F8A5D5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7" y="618067"/>
              <a:ext cx="7503665"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17" name="Rectangle 16">
              <a:extLst>
                <a:ext uri="{FF2B5EF4-FFF2-40B4-BE49-F238E27FC236}">
                  <a16:creationId xmlns:a16="http://schemas.microsoft.com/office/drawing/2014/main" id="{0230AF9A-4641-4BD8-9F95-9607CD3040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17">
              <a:extLst>
                <a:ext uri="{FF2B5EF4-FFF2-40B4-BE49-F238E27FC236}">
                  <a16:creationId xmlns:a16="http://schemas.microsoft.com/office/drawing/2014/main" id="{8703D4EC-9389-41B6-B88B-B6FDC8CD3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7F2616EE-270D-4F4C-BA1F-2708D387B800}"/>
              </a:ext>
            </a:extLst>
          </p:cNvPr>
          <p:cNvSpPr>
            <a:spLocks noGrp="1"/>
          </p:cNvSpPr>
          <p:nvPr>
            <p:ph type="title"/>
          </p:nvPr>
        </p:nvSpPr>
        <p:spPr>
          <a:xfrm>
            <a:off x="584200" y="1006956"/>
            <a:ext cx="7213600" cy="1121871"/>
          </a:xfrm>
        </p:spPr>
        <p:txBody>
          <a:bodyPr anchor="ctr">
            <a:normAutofit/>
          </a:bodyPr>
          <a:lstStyle/>
          <a:p>
            <a:pPr algn="ctr"/>
            <a:r>
              <a:rPr lang="en-US" dirty="0"/>
              <a:t>Proposed Methodology</a:t>
            </a:r>
          </a:p>
        </p:txBody>
      </p:sp>
      <p:graphicFrame>
        <p:nvGraphicFramePr>
          <p:cNvPr id="6" name="Content Placeholder 5" descr="SmartArt">
            <a:extLst>
              <a:ext uri="{FF2B5EF4-FFF2-40B4-BE49-F238E27FC236}">
                <a16:creationId xmlns:a16="http://schemas.microsoft.com/office/drawing/2014/main" id="{BF629521-FFD2-45DA-9D1D-A5F09BD5A2D9}"/>
              </a:ext>
            </a:extLst>
          </p:cNvPr>
          <p:cNvGraphicFramePr>
            <a:graphicFrameLocks noGrp="1"/>
          </p:cNvGraphicFramePr>
          <p:nvPr>
            <p:ph idx="1"/>
            <p:extLst>
              <p:ext uri="{D42A27DB-BD31-4B8C-83A1-F6EECF244321}">
                <p14:modId xmlns:p14="http://schemas.microsoft.com/office/powerpoint/2010/main" val="866985414"/>
              </p:ext>
            </p:extLst>
          </p:nvPr>
        </p:nvGraphicFramePr>
        <p:xfrm>
          <a:off x="719571" y="2198254"/>
          <a:ext cx="6854248" cy="35639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209322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25F5F-9E06-B37A-CD68-B686BBBC37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6B7822-5CB5-C1AC-8280-10C3CAF5CDD0}"/>
              </a:ext>
            </a:extLst>
          </p:cNvPr>
          <p:cNvSpPr>
            <a:spLocks noGrp="1"/>
          </p:cNvSpPr>
          <p:nvPr>
            <p:ph type="title"/>
          </p:nvPr>
        </p:nvSpPr>
        <p:spPr/>
        <p:txBody>
          <a:bodyPr/>
          <a:lstStyle/>
          <a:p>
            <a:r>
              <a:rPr lang="en-US" dirty="0"/>
              <a:t>Problem Understanding</a:t>
            </a:r>
          </a:p>
        </p:txBody>
      </p:sp>
      <p:pic>
        <p:nvPicPr>
          <p:cNvPr id="11" name="Content Placeholder 4">
            <a:extLst>
              <a:ext uri="{FF2B5EF4-FFF2-40B4-BE49-F238E27FC236}">
                <a16:creationId xmlns:a16="http://schemas.microsoft.com/office/drawing/2014/main" id="{8CE9BD6F-A234-F75B-EA53-8C0F317CDE83}"/>
              </a:ext>
            </a:extLst>
          </p:cNvPr>
          <p:cNvPicPr>
            <a:picLocks noGrp="1" noChangeAspect="1"/>
          </p:cNvPicPr>
          <p:nvPr>
            <p:ph sz="half" idx="1"/>
          </p:nvPr>
        </p:nvPicPr>
        <p:blipFill>
          <a:blip r:embed="rId2"/>
          <a:srcRect/>
          <a:stretch/>
        </p:blipFill>
        <p:spPr>
          <a:xfrm>
            <a:off x="581191" y="2799329"/>
            <a:ext cx="3594569" cy="2403065"/>
          </a:xfrm>
        </p:spPr>
      </p:pic>
      <p:sp>
        <p:nvSpPr>
          <p:cNvPr id="4" name="Content Placeholder 3">
            <a:extLst>
              <a:ext uri="{FF2B5EF4-FFF2-40B4-BE49-F238E27FC236}">
                <a16:creationId xmlns:a16="http://schemas.microsoft.com/office/drawing/2014/main" id="{28E653A8-EE48-AA24-F96A-FAAA4D318E7A}"/>
              </a:ext>
            </a:extLst>
          </p:cNvPr>
          <p:cNvSpPr>
            <a:spLocks noGrp="1"/>
          </p:cNvSpPr>
          <p:nvPr>
            <p:ph sz="half" idx="2"/>
          </p:nvPr>
        </p:nvSpPr>
        <p:spPr>
          <a:xfrm>
            <a:off x="4470400" y="2228003"/>
            <a:ext cx="7140409" cy="3633047"/>
          </a:xfrm>
        </p:spPr>
        <p:txBody>
          <a:bodyPr>
            <a:normAutofit lnSpcReduction="10000"/>
          </a:bodyPr>
          <a:lstStyle/>
          <a:p>
            <a:pPr marL="0" indent="0">
              <a:buNone/>
            </a:pPr>
            <a:r>
              <a:rPr lang="en-US" dirty="0"/>
              <a:t>The project applies machine learning techniques to forecast GDP per capita, a key indicator of prosperity and living standards. </a:t>
            </a:r>
          </a:p>
          <a:p>
            <a:pPr marL="0" indent="0">
              <a:buNone/>
            </a:pPr>
            <a:r>
              <a:rPr lang="en-US" dirty="0"/>
              <a:t>The model leverages historical GDP data along with economic, social, and demographic variables, using data preprocessing, feature engineering, and regression-based prediction to capture hidden patterns.</a:t>
            </a:r>
          </a:p>
          <a:p>
            <a:r>
              <a:rPr lang="en-US" dirty="0"/>
              <a:t>Scenario 1: Policy reforms boosting innovation are modeled using past regional data to forecast GDP growth.</a:t>
            </a:r>
          </a:p>
          <a:p>
            <a:r>
              <a:rPr lang="en-US" dirty="0"/>
              <a:t>Scenario 2: Global downturns (e.g., pandemics) are represented in training data, allowing the model to simulate declines in GDP.</a:t>
            </a:r>
          </a:p>
          <a:p>
            <a:r>
              <a:rPr lang="en-US" dirty="0"/>
              <a:t>Scenario 3: Technological progress, such as automation, is integrated as features to forecast productivity-driven growth.</a:t>
            </a:r>
          </a:p>
        </p:txBody>
      </p:sp>
    </p:spTree>
    <p:extLst>
      <p:ext uri="{BB962C8B-B14F-4D97-AF65-F5344CB8AC3E}">
        <p14:creationId xmlns:p14="http://schemas.microsoft.com/office/powerpoint/2010/main" val="42356621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4F5DB-7060-EA79-24CD-B9404A490D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4EB89D-E720-119D-F39F-B49BA45C5C42}"/>
              </a:ext>
            </a:extLst>
          </p:cNvPr>
          <p:cNvSpPr>
            <a:spLocks noGrp="1"/>
          </p:cNvSpPr>
          <p:nvPr>
            <p:ph type="title"/>
          </p:nvPr>
        </p:nvSpPr>
        <p:spPr/>
        <p:txBody>
          <a:bodyPr/>
          <a:lstStyle/>
          <a:p>
            <a:r>
              <a:rPr lang="en-US" dirty="0"/>
              <a:t>Problem Understanding</a:t>
            </a:r>
          </a:p>
        </p:txBody>
      </p:sp>
      <p:pic>
        <p:nvPicPr>
          <p:cNvPr id="11" name="Content Placeholder 4">
            <a:extLst>
              <a:ext uri="{FF2B5EF4-FFF2-40B4-BE49-F238E27FC236}">
                <a16:creationId xmlns:a16="http://schemas.microsoft.com/office/drawing/2014/main" id="{6E1A1BE1-02AF-2907-6172-0817904053BE}"/>
              </a:ext>
            </a:extLst>
          </p:cNvPr>
          <p:cNvPicPr>
            <a:picLocks noGrp="1" noChangeAspect="1"/>
          </p:cNvPicPr>
          <p:nvPr>
            <p:ph sz="half" idx="1"/>
          </p:nvPr>
        </p:nvPicPr>
        <p:blipFill>
          <a:blip r:embed="rId2"/>
          <a:srcRect b="10428"/>
          <a:stretch>
            <a:fillRect/>
          </a:stretch>
        </p:blipFill>
        <p:spPr>
          <a:xfrm>
            <a:off x="581191" y="2731470"/>
            <a:ext cx="3594569" cy="2479661"/>
          </a:xfrm>
        </p:spPr>
      </p:pic>
      <p:sp>
        <p:nvSpPr>
          <p:cNvPr id="4" name="Content Placeholder 3">
            <a:extLst>
              <a:ext uri="{FF2B5EF4-FFF2-40B4-BE49-F238E27FC236}">
                <a16:creationId xmlns:a16="http://schemas.microsoft.com/office/drawing/2014/main" id="{81833123-075B-68B2-F283-D4D401EB34F1}"/>
              </a:ext>
            </a:extLst>
          </p:cNvPr>
          <p:cNvSpPr>
            <a:spLocks noGrp="1"/>
          </p:cNvSpPr>
          <p:nvPr>
            <p:ph sz="half" idx="2"/>
          </p:nvPr>
        </p:nvSpPr>
        <p:spPr>
          <a:xfrm>
            <a:off x="4470400" y="2228003"/>
            <a:ext cx="7140409" cy="3633047"/>
          </a:xfrm>
        </p:spPr>
        <p:txBody>
          <a:bodyPr>
            <a:normAutofit/>
          </a:bodyPr>
          <a:lstStyle/>
          <a:p>
            <a:pPr marL="0" indent="0">
              <a:buNone/>
            </a:pPr>
            <a:r>
              <a:rPr lang="en-US" b="1" dirty="0"/>
              <a:t>Social Impact</a:t>
            </a:r>
          </a:p>
          <a:p>
            <a:r>
              <a:rPr lang="en-US" dirty="0"/>
              <a:t>Policy Planning &amp; Resource Allocation: Accurate forecasts guide fair policies and distribution.</a:t>
            </a:r>
          </a:p>
          <a:p>
            <a:r>
              <a:rPr lang="en-US" dirty="0"/>
              <a:t>Early Warning: Predictive models act as signals for potential </a:t>
            </a:r>
            <a:r>
              <a:rPr lang="en-US" dirty="0" err="1"/>
              <a:t>crises.Business</a:t>
            </a:r>
            <a:r>
              <a:rPr lang="en-US" dirty="0"/>
              <a:t> </a:t>
            </a:r>
          </a:p>
          <a:p>
            <a:r>
              <a:rPr lang="en-US" dirty="0" err="1"/>
              <a:t>ImpactInvestment</a:t>
            </a:r>
            <a:r>
              <a:rPr lang="en-US" dirty="0"/>
              <a:t> &amp; Strategy: Companies and investors use GDP forecasts to reduce risks and adapt strategies.</a:t>
            </a:r>
          </a:p>
          <a:p>
            <a:r>
              <a:rPr lang="en-US" dirty="0"/>
              <a:t>Sectoral Insights: Feature importance analysis highlights key growth drivers like agriculture, industry, or services</a:t>
            </a:r>
          </a:p>
        </p:txBody>
      </p:sp>
    </p:spTree>
    <p:extLst>
      <p:ext uri="{BB962C8B-B14F-4D97-AF65-F5344CB8AC3E}">
        <p14:creationId xmlns:p14="http://schemas.microsoft.com/office/powerpoint/2010/main" val="21844451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BA06A-400B-1279-5898-098481AD2A1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2E1A0C0-37A3-A9F4-FB66-1FB204AA91DA}"/>
              </a:ext>
            </a:extLst>
          </p:cNvPr>
          <p:cNvSpPr>
            <a:spLocks noGrp="1"/>
          </p:cNvSpPr>
          <p:nvPr>
            <p:ph type="title"/>
          </p:nvPr>
        </p:nvSpPr>
        <p:spPr/>
        <p:txBody>
          <a:bodyPr/>
          <a:lstStyle/>
          <a:p>
            <a:r>
              <a:rPr lang="en-US" dirty="0"/>
              <a:t>Dataset selection</a:t>
            </a:r>
            <a:endParaRPr lang="en-IN" dirty="0"/>
          </a:p>
        </p:txBody>
      </p:sp>
      <p:sp>
        <p:nvSpPr>
          <p:cNvPr id="9" name="Rectangle 3">
            <a:extLst>
              <a:ext uri="{FF2B5EF4-FFF2-40B4-BE49-F238E27FC236}">
                <a16:creationId xmlns:a16="http://schemas.microsoft.com/office/drawing/2014/main" id="{69834B40-385F-6333-CFB2-F3C00FB4A7AB}"/>
              </a:ext>
            </a:extLst>
          </p:cNvPr>
          <p:cNvSpPr>
            <a:spLocks noGrp="1" noChangeArrowheads="1"/>
          </p:cNvSpPr>
          <p:nvPr>
            <p:ph idx="1"/>
          </p:nvPr>
        </p:nvSpPr>
        <p:spPr bwMode="auto">
          <a:xfrm>
            <a:off x="511175" y="2070733"/>
            <a:ext cx="8632825" cy="4512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defTabSz="914400" eaLnBrk="0" fontAlgn="base" hangingPunct="0">
              <a:spcBef>
                <a:spcPct val="0"/>
              </a:spcBef>
              <a:spcAft>
                <a:spcPct val="0"/>
              </a:spcAft>
              <a:buClrTx/>
              <a:buSzTx/>
              <a:buNone/>
            </a:pPr>
            <a:r>
              <a:rPr kumimoji="0" lang="en-US" altLang="en-US" sz="1700" b="1" i="0" u="none" strike="noStrike" cap="none" normalizeH="0" baseline="0" dirty="0">
                <a:ln>
                  <a:noFill/>
                </a:ln>
                <a:effectLst/>
                <a:latin typeface="Arial" panose="020B0604020202020204" pitchFamily="34" charset="0"/>
              </a:rPr>
              <a:t>Selected Dataset: </a:t>
            </a:r>
            <a:r>
              <a:rPr lang="en-IN" dirty="0"/>
              <a:t>Countries of the World, from Kaggle.</a:t>
            </a:r>
          </a:p>
          <a:p>
            <a:pPr marL="0" indent="0" defTabSz="914400" eaLnBrk="0" fontAlgn="base" hangingPunct="0">
              <a:spcBef>
                <a:spcPct val="0"/>
              </a:spcBef>
              <a:spcAft>
                <a:spcPct val="0"/>
              </a:spcAft>
              <a:buClrTx/>
              <a:buSzTx/>
              <a:buNone/>
            </a:pPr>
            <a:r>
              <a:rPr lang="en-IN" b="1" dirty="0"/>
              <a:t>Dataset link: </a:t>
            </a:r>
            <a:r>
              <a:rPr lang="en-IN" dirty="0">
                <a:hlinkClick r:id="rId2"/>
              </a:rPr>
              <a:t>https://www.kaggle.com/datasets/fernandol/countries-of-the-world</a:t>
            </a:r>
            <a:r>
              <a:rPr lang="en-IN" dirty="0"/>
              <a:t>.</a:t>
            </a:r>
          </a:p>
          <a:p>
            <a:pPr marL="0" indent="0" defTabSz="914400" eaLnBrk="0" fontAlgn="base" hangingPunct="0">
              <a:spcBef>
                <a:spcPct val="0"/>
              </a:spcBef>
              <a:spcAft>
                <a:spcPct val="0"/>
              </a:spcAft>
              <a:buClrTx/>
              <a:buSzTx/>
              <a:buNone/>
            </a:pPr>
            <a:endParaRPr lang="en-IN" dirty="0"/>
          </a:p>
          <a:p>
            <a:pPr marL="0" indent="0" defTabSz="914400" eaLnBrk="0" fontAlgn="base" hangingPunct="0">
              <a:spcBef>
                <a:spcPct val="0"/>
              </a:spcBef>
              <a:spcAft>
                <a:spcPct val="0"/>
              </a:spcAft>
              <a:buClrTx/>
              <a:buSzTx/>
              <a:buNone/>
            </a:pPr>
            <a:r>
              <a:rPr lang="en-IN" dirty="0"/>
              <a:t>Why We Chose This Dataset?</a:t>
            </a:r>
          </a:p>
          <a:p>
            <a:r>
              <a:rPr lang="en-IN" dirty="0"/>
              <a:t>The dataset was selected because it provides a comprehensive set of socio-economic and demographic indicators that directly influence GDP per capita. It contains features such as population, literacy rate, birth and death rates, net migration, agriculture, industry, and services, which are widely recognized as key drivers of economic growth.</a:t>
            </a:r>
          </a:p>
          <a:p>
            <a:r>
              <a:rPr lang="en-IN" dirty="0"/>
              <a:t>Importantly, the data source is highly reliable, as it is derived from the CIA World Factbook, a reputable and widely used reference published by the US government. According to its guidelines, the dataset is in the public domain and can be freely used by anyone. This ensures both accessibility and credibility, making it suitable for academic research and machine learning applications.</a:t>
            </a:r>
          </a:p>
          <a:p>
            <a:pPr marL="0" indent="0" defTabSz="914400" eaLnBrk="0" fontAlgn="base" hangingPunct="0">
              <a:spcBef>
                <a:spcPct val="0"/>
              </a:spcBef>
              <a:spcAft>
                <a:spcPct val="0"/>
              </a:spcAft>
              <a:buClrTx/>
              <a:buSzTx/>
              <a:buNone/>
            </a:pPr>
            <a:endParaRPr lang="en-IN" dirty="0"/>
          </a:p>
          <a:p>
            <a:pPr marL="0" indent="0" defTabSz="914400" eaLnBrk="0" fontAlgn="base" hangingPunct="0">
              <a:spcBef>
                <a:spcPct val="0"/>
              </a:spcBef>
              <a:spcAft>
                <a:spcPct val="0"/>
              </a:spcAft>
              <a:buClrTx/>
              <a:buSzTx/>
              <a:buNone/>
            </a:pPr>
            <a:endParaRPr lang="en-IN" dirty="0"/>
          </a:p>
        </p:txBody>
      </p:sp>
      <p:pic>
        <p:nvPicPr>
          <p:cNvPr id="6" name="Picture 5" descr="A black and white map&#10;&#10;AI-generated content may be incorrect.">
            <a:extLst>
              <a:ext uri="{FF2B5EF4-FFF2-40B4-BE49-F238E27FC236}">
                <a16:creationId xmlns:a16="http://schemas.microsoft.com/office/drawing/2014/main" id="{75874F79-305E-2A55-1562-54948026565C}"/>
              </a:ext>
            </a:extLst>
          </p:cNvPr>
          <p:cNvPicPr>
            <a:picLocks noChangeAspect="1"/>
          </p:cNvPicPr>
          <p:nvPr/>
        </p:nvPicPr>
        <p:blipFill>
          <a:blip r:embed="rId3"/>
          <a:srcRect l="37912" r="40933"/>
          <a:stretch>
            <a:fillRect/>
          </a:stretch>
        </p:blipFill>
        <p:spPr>
          <a:xfrm>
            <a:off x="9262745" y="2640022"/>
            <a:ext cx="2418080" cy="2400423"/>
          </a:xfrm>
          <a:prstGeom prst="rect">
            <a:avLst/>
          </a:prstGeom>
        </p:spPr>
      </p:pic>
    </p:spTree>
    <p:extLst>
      <p:ext uri="{BB962C8B-B14F-4D97-AF65-F5344CB8AC3E}">
        <p14:creationId xmlns:p14="http://schemas.microsoft.com/office/powerpoint/2010/main" val="41402907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CC5A2-8EFA-0D4B-D1DB-C9355C0D931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B6A1CE8-F778-0DC7-D91A-9C2BB3532D79}"/>
              </a:ext>
            </a:extLst>
          </p:cNvPr>
          <p:cNvSpPr>
            <a:spLocks noGrp="1"/>
          </p:cNvSpPr>
          <p:nvPr>
            <p:ph type="title"/>
          </p:nvPr>
        </p:nvSpPr>
        <p:spPr/>
        <p:txBody>
          <a:bodyPr/>
          <a:lstStyle/>
          <a:p>
            <a:r>
              <a:rPr lang="en-US" dirty="0"/>
              <a:t>Dataset selection</a:t>
            </a:r>
            <a:endParaRPr lang="en-IN" dirty="0"/>
          </a:p>
        </p:txBody>
      </p:sp>
      <p:sp>
        <p:nvSpPr>
          <p:cNvPr id="9" name="Rectangle 3">
            <a:extLst>
              <a:ext uri="{FF2B5EF4-FFF2-40B4-BE49-F238E27FC236}">
                <a16:creationId xmlns:a16="http://schemas.microsoft.com/office/drawing/2014/main" id="{9F4A751E-C36C-1FB6-9F2F-9BABFCA5AAC0}"/>
              </a:ext>
            </a:extLst>
          </p:cNvPr>
          <p:cNvSpPr>
            <a:spLocks noGrp="1" noChangeArrowheads="1"/>
          </p:cNvSpPr>
          <p:nvPr>
            <p:ph idx="1"/>
          </p:nvPr>
        </p:nvSpPr>
        <p:spPr bwMode="auto">
          <a:xfrm>
            <a:off x="511175" y="2453915"/>
            <a:ext cx="8632825" cy="3745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IN" dirty="0"/>
              <a:t>From a technical perspective, the dataset is well-suited for machine learning because:</a:t>
            </a:r>
          </a:p>
          <a:p>
            <a:pPr lvl="0"/>
            <a:r>
              <a:rPr lang="en-IN" dirty="0"/>
              <a:t>It includes both numerical and categorical variables, allowing exploration of diverse feature interactions.</a:t>
            </a:r>
          </a:p>
          <a:p>
            <a:pPr lvl="0"/>
            <a:r>
              <a:rPr lang="en-IN" dirty="0"/>
              <a:t>It offers sufficient variability across countries and regions, ensuring the model can learn meaningful patterns.</a:t>
            </a:r>
          </a:p>
          <a:p>
            <a:pPr lvl="0"/>
            <a:r>
              <a:rPr lang="en-IN" dirty="0"/>
              <a:t>Missing values and outliers are manageable, making it a good candidate for preprocessing and feature engineering.</a:t>
            </a:r>
          </a:p>
          <a:p>
            <a:pPr lvl="0"/>
            <a:r>
              <a:rPr lang="en-IN" dirty="0"/>
              <a:t>By capturing multiple dimensions of the economy and being sourced from a trusted authority, this dataset enables the development of a predictive model that balances accuracy, interpretability, and real-world relevance in forecasting GDP per capita.</a:t>
            </a:r>
          </a:p>
          <a:p>
            <a:pPr marL="0" indent="0" defTabSz="914400" eaLnBrk="0" fontAlgn="base" hangingPunct="0">
              <a:spcBef>
                <a:spcPct val="0"/>
              </a:spcBef>
              <a:spcAft>
                <a:spcPct val="0"/>
              </a:spcAft>
              <a:buClrTx/>
              <a:buSzTx/>
              <a:buNone/>
            </a:pPr>
            <a:endParaRPr lang="en-IN" dirty="0"/>
          </a:p>
        </p:txBody>
      </p:sp>
      <p:pic>
        <p:nvPicPr>
          <p:cNvPr id="6" name="Picture 5" descr="A black and white map&#10;&#10;AI-generated content may be incorrect.">
            <a:extLst>
              <a:ext uri="{FF2B5EF4-FFF2-40B4-BE49-F238E27FC236}">
                <a16:creationId xmlns:a16="http://schemas.microsoft.com/office/drawing/2014/main" id="{EFDAF7E7-8593-52A5-FBDC-2220ED44EB20}"/>
              </a:ext>
            </a:extLst>
          </p:cNvPr>
          <p:cNvPicPr>
            <a:picLocks noChangeAspect="1"/>
          </p:cNvPicPr>
          <p:nvPr/>
        </p:nvPicPr>
        <p:blipFill>
          <a:blip r:embed="rId2"/>
          <a:srcRect l="37912" r="40933"/>
          <a:stretch>
            <a:fillRect/>
          </a:stretch>
        </p:blipFill>
        <p:spPr>
          <a:xfrm>
            <a:off x="9262745" y="2640022"/>
            <a:ext cx="2418080" cy="2400423"/>
          </a:xfrm>
          <a:prstGeom prst="rect">
            <a:avLst/>
          </a:prstGeom>
        </p:spPr>
      </p:pic>
    </p:spTree>
    <p:extLst>
      <p:ext uri="{BB962C8B-B14F-4D97-AF65-F5344CB8AC3E}">
        <p14:creationId xmlns:p14="http://schemas.microsoft.com/office/powerpoint/2010/main" val="18449169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8C5FD3-BC6D-2165-3820-59C82EC8EF13}"/>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E508E4AE-BB72-0589-809A-4CADB68EBF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Content Placeholder 4">
            <a:extLst>
              <a:ext uri="{FF2B5EF4-FFF2-40B4-BE49-F238E27FC236}">
                <a16:creationId xmlns:a16="http://schemas.microsoft.com/office/drawing/2014/main" id="{20E18071-3868-57AF-E679-087D33475098}"/>
              </a:ext>
            </a:extLst>
          </p:cNvPr>
          <p:cNvPicPr>
            <a:picLocks noChangeAspect="1"/>
          </p:cNvPicPr>
          <p:nvPr/>
        </p:nvPicPr>
        <p:blipFill>
          <a:blip r:embed="rId3"/>
          <a:srcRect t="5000" b="5000"/>
          <a:stretch/>
        </p:blipFill>
        <p:spPr>
          <a:xfrm>
            <a:off x="20" y="10"/>
            <a:ext cx="12191980" cy="6857990"/>
          </a:xfrm>
          <a:prstGeom prst="rect">
            <a:avLst/>
          </a:prstGeom>
        </p:spPr>
      </p:pic>
      <p:grpSp>
        <p:nvGrpSpPr>
          <p:cNvPr id="15" name="Group 14">
            <a:extLst>
              <a:ext uri="{FF2B5EF4-FFF2-40B4-BE49-F238E27FC236}">
                <a16:creationId xmlns:a16="http://schemas.microsoft.com/office/drawing/2014/main" id="{4420F14C-CB4D-4B9E-18A9-41547745EEE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7" y="457200"/>
            <a:ext cx="7507083" cy="5935132"/>
            <a:chOff x="438067" y="457200"/>
            <a:chExt cx="7507083" cy="5935132"/>
          </a:xfrm>
        </p:grpSpPr>
        <p:sp>
          <p:nvSpPr>
            <p:cNvPr id="16" name="Rectangle 15">
              <a:extLst>
                <a:ext uri="{FF2B5EF4-FFF2-40B4-BE49-F238E27FC236}">
                  <a16:creationId xmlns:a16="http://schemas.microsoft.com/office/drawing/2014/main" id="{4D0A0185-4B46-99BC-19CB-3161DDF48C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7" y="618067"/>
              <a:ext cx="7503665"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17" name="Rectangle 16">
              <a:extLst>
                <a:ext uri="{FF2B5EF4-FFF2-40B4-BE49-F238E27FC236}">
                  <a16:creationId xmlns:a16="http://schemas.microsoft.com/office/drawing/2014/main" id="{4A3132FF-AAF6-2D2C-4A88-B1F34E1268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17">
              <a:extLst>
                <a:ext uri="{FF2B5EF4-FFF2-40B4-BE49-F238E27FC236}">
                  <a16:creationId xmlns:a16="http://schemas.microsoft.com/office/drawing/2014/main" id="{372DF3E6-200C-C3BD-75DA-6A9387D5D5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88F35D6B-F6FD-6C6F-0B6A-FA6DAEC563DA}"/>
              </a:ext>
            </a:extLst>
          </p:cNvPr>
          <p:cNvSpPr>
            <a:spLocks noGrp="1"/>
          </p:cNvSpPr>
          <p:nvPr>
            <p:ph type="title"/>
          </p:nvPr>
        </p:nvSpPr>
        <p:spPr>
          <a:xfrm>
            <a:off x="584200" y="1006956"/>
            <a:ext cx="7213600" cy="1121871"/>
          </a:xfrm>
        </p:spPr>
        <p:txBody>
          <a:bodyPr anchor="ctr">
            <a:normAutofit/>
          </a:bodyPr>
          <a:lstStyle/>
          <a:p>
            <a:pPr algn="ctr"/>
            <a:r>
              <a:rPr lang="en-US" dirty="0"/>
              <a:t>Data preprocessing</a:t>
            </a:r>
          </a:p>
        </p:txBody>
      </p:sp>
      <p:graphicFrame>
        <p:nvGraphicFramePr>
          <p:cNvPr id="6" name="Content Placeholder 5" descr="SmartArt">
            <a:extLst>
              <a:ext uri="{FF2B5EF4-FFF2-40B4-BE49-F238E27FC236}">
                <a16:creationId xmlns:a16="http://schemas.microsoft.com/office/drawing/2014/main" id="{F8990D21-6160-7B75-6CD2-8AA6259EFD97}"/>
              </a:ext>
            </a:extLst>
          </p:cNvPr>
          <p:cNvGraphicFramePr>
            <a:graphicFrameLocks noGrp="1"/>
          </p:cNvGraphicFramePr>
          <p:nvPr>
            <p:ph idx="1"/>
            <p:extLst>
              <p:ext uri="{D42A27DB-BD31-4B8C-83A1-F6EECF244321}">
                <p14:modId xmlns:p14="http://schemas.microsoft.com/office/powerpoint/2010/main" val="2031110843"/>
              </p:ext>
            </p:extLst>
          </p:nvPr>
        </p:nvGraphicFramePr>
        <p:xfrm>
          <a:off x="719571" y="2198254"/>
          <a:ext cx="6854248" cy="35639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8347356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DB3A4E2-EE14-6419-ACEC-038CC6D0B6A5}"/>
              </a:ext>
            </a:extLst>
          </p:cNvPr>
          <p:cNvSpPr>
            <a:spLocks noGrp="1"/>
          </p:cNvSpPr>
          <p:nvPr>
            <p:ph type="title"/>
          </p:nvPr>
        </p:nvSpPr>
        <p:spPr/>
        <p:txBody>
          <a:bodyPr/>
          <a:lstStyle/>
          <a:p>
            <a:r>
              <a:rPr lang="en-US" dirty="0"/>
              <a:t>What is Regression?</a:t>
            </a:r>
            <a:endParaRPr lang="en-IN" dirty="0"/>
          </a:p>
        </p:txBody>
      </p:sp>
      <p:sp>
        <p:nvSpPr>
          <p:cNvPr id="9" name="Rectangle 3">
            <a:extLst>
              <a:ext uri="{FF2B5EF4-FFF2-40B4-BE49-F238E27FC236}">
                <a16:creationId xmlns:a16="http://schemas.microsoft.com/office/drawing/2014/main" id="{0D277AC1-3DD4-7DD9-C03B-C7CBFAFFA5B3}"/>
              </a:ext>
            </a:extLst>
          </p:cNvPr>
          <p:cNvSpPr>
            <a:spLocks noGrp="1" noChangeArrowheads="1"/>
          </p:cNvSpPr>
          <p:nvPr>
            <p:ph idx="1"/>
          </p:nvPr>
        </p:nvSpPr>
        <p:spPr bwMode="auto">
          <a:xfrm>
            <a:off x="511175" y="2056880"/>
            <a:ext cx="7207147" cy="4539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spcBef>
                <a:spcPct val="0"/>
              </a:spcBef>
              <a:spcAft>
                <a:spcPct val="0"/>
              </a:spcAft>
              <a:buClrTx/>
              <a:buSzTx/>
              <a:buNone/>
              <a:tabLst/>
            </a:pPr>
            <a:r>
              <a:rPr kumimoji="0" lang="en-US" altLang="en-US" sz="1700" b="1" i="0" u="none" strike="noStrike" cap="none" normalizeH="0" baseline="0" dirty="0">
                <a:ln>
                  <a:noFill/>
                </a:ln>
                <a:solidFill>
                  <a:schemeClr val="tx1"/>
                </a:solidFill>
                <a:effectLst/>
                <a:latin typeface="Arial" panose="020B0604020202020204" pitchFamily="34" charset="0"/>
              </a:rPr>
              <a:t>Definition:</a:t>
            </a:r>
            <a:r>
              <a:rPr kumimoji="0" lang="en-US" altLang="en-US" sz="1700" b="0" i="0" u="none" strike="noStrike" cap="none" normalizeH="0" baseline="0" dirty="0">
                <a:ln>
                  <a:noFill/>
                </a:ln>
                <a:solidFill>
                  <a:schemeClr val="tx1"/>
                </a:solidFill>
                <a:effectLst/>
                <a:latin typeface="Arial" panose="020B0604020202020204" pitchFamily="34" charset="0"/>
              </a:rPr>
              <a:t> Regression is a supervised learning technique used to predict a </a:t>
            </a:r>
            <a:r>
              <a:rPr kumimoji="0" lang="en-US" altLang="en-US" sz="1700" b="1" i="0" u="none" strike="noStrike" cap="none" normalizeH="0" baseline="0" dirty="0">
                <a:ln>
                  <a:noFill/>
                </a:ln>
                <a:solidFill>
                  <a:schemeClr val="tx1"/>
                </a:solidFill>
                <a:effectLst/>
                <a:latin typeface="Arial" panose="020B0604020202020204" pitchFamily="34" charset="0"/>
              </a:rPr>
              <a:t>continuous numeric value</a:t>
            </a:r>
            <a:r>
              <a:rPr kumimoji="0" lang="en-US" altLang="en-US" sz="1700" b="0" i="0" u="none" strike="noStrike" cap="none" normalizeH="0" baseline="0" dirty="0">
                <a:ln>
                  <a:noFill/>
                </a:ln>
                <a:solidFill>
                  <a:schemeClr val="tx1"/>
                </a:solidFill>
                <a:effectLst/>
                <a:latin typeface="Arial" panose="020B0604020202020204" pitchFamily="34" charset="0"/>
              </a:rPr>
              <a:t> by modeling relationships between a dependent variable and one or more independent variables.</a:t>
            </a:r>
          </a:p>
          <a:p>
            <a:pPr marL="0" marR="0" lvl="0" indent="0" defTabSz="914400" rtl="0" eaLnBrk="0" fontAlgn="base" latinLnBrk="0" hangingPunct="0">
              <a:spcBef>
                <a:spcPct val="0"/>
              </a:spcBef>
              <a:spcAft>
                <a:spcPct val="0"/>
              </a:spcAft>
              <a:buClrTx/>
              <a:buSzTx/>
              <a:buNone/>
              <a:tabLst/>
            </a:pP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spcBef>
                <a:spcPct val="0"/>
              </a:spcBef>
              <a:spcAft>
                <a:spcPct val="0"/>
              </a:spcAft>
              <a:buClrTx/>
              <a:buSzTx/>
              <a:buNone/>
              <a:tabLst/>
            </a:pPr>
            <a:r>
              <a:rPr kumimoji="0" lang="en-US" altLang="en-US" sz="1700" b="1" i="0" u="none" strike="noStrike" cap="none" normalizeH="0" baseline="0" dirty="0">
                <a:ln>
                  <a:noFill/>
                </a:ln>
                <a:solidFill>
                  <a:schemeClr val="tx1"/>
                </a:solidFill>
                <a:effectLst/>
                <a:latin typeface="Arial" panose="020B0604020202020204" pitchFamily="34" charset="0"/>
              </a:rPr>
              <a:t>Purpose in Project:</a:t>
            </a:r>
            <a:r>
              <a:rPr kumimoji="0" lang="en-US" altLang="en-US" sz="1700" b="0" i="0" u="none" strike="noStrike" cap="none" normalizeH="0" baseline="0" dirty="0">
                <a:ln>
                  <a:noFill/>
                </a:ln>
                <a:solidFill>
                  <a:schemeClr val="tx1"/>
                </a:solidFill>
                <a:effectLst/>
                <a:latin typeface="Arial" panose="020B0604020202020204" pitchFamily="34" charset="0"/>
              </a:rPr>
              <a:t> To estimate </a:t>
            </a:r>
            <a:r>
              <a:rPr kumimoji="0" lang="en-US" altLang="en-US" sz="1700" b="1" i="0" u="none" strike="noStrike" cap="none" normalizeH="0" baseline="0" dirty="0">
                <a:ln>
                  <a:noFill/>
                </a:ln>
                <a:solidFill>
                  <a:schemeClr val="tx1"/>
                </a:solidFill>
                <a:effectLst/>
                <a:latin typeface="Arial" panose="020B0604020202020204" pitchFamily="34" charset="0"/>
              </a:rPr>
              <a:t>GDP per capita</a:t>
            </a:r>
            <a:r>
              <a:rPr kumimoji="0" lang="en-US" altLang="en-US" sz="1700" b="0" i="0" u="none" strike="noStrike" cap="none" normalizeH="0" baseline="0" dirty="0">
                <a:ln>
                  <a:noFill/>
                </a:ln>
                <a:solidFill>
                  <a:schemeClr val="tx1"/>
                </a:solidFill>
                <a:effectLst/>
                <a:latin typeface="Arial" panose="020B0604020202020204" pitchFamily="34" charset="0"/>
              </a:rPr>
              <a:t> using economic indicators like inflation rate, unemployment rate, trade balance, and education index.</a:t>
            </a:r>
          </a:p>
          <a:p>
            <a:pPr marL="0" marR="0" lvl="0" indent="0" defTabSz="914400" rtl="0" eaLnBrk="0" fontAlgn="base" latinLnBrk="0" hangingPunct="0">
              <a:spcBef>
                <a:spcPct val="0"/>
              </a:spcBef>
              <a:spcAft>
                <a:spcPct val="0"/>
              </a:spcAft>
              <a:buClrTx/>
              <a:buSzTx/>
              <a:buNone/>
              <a:tabLst/>
            </a:pP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spcBef>
                <a:spcPct val="0"/>
              </a:spcBef>
              <a:spcAft>
                <a:spcPct val="0"/>
              </a:spcAft>
              <a:buClrTx/>
              <a:buSzTx/>
              <a:buNone/>
              <a:tabLst/>
            </a:pPr>
            <a:r>
              <a:rPr kumimoji="0" lang="en-US" altLang="en-US" sz="1700" b="1" i="0" u="none" strike="noStrike" cap="none" normalizeH="0" baseline="0" dirty="0">
                <a:ln>
                  <a:noFill/>
                </a:ln>
                <a:solidFill>
                  <a:schemeClr val="tx1"/>
                </a:solidFill>
                <a:effectLst/>
                <a:latin typeface="Arial" panose="020B0604020202020204" pitchFamily="34" charset="0"/>
              </a:rPr>
              <a:t>Why Use Regression?</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324000" lvl="1" indent="0" defTabSz="914400" eaLnBrk="0" fontAlgn="base" hangingPunct="0">
              <a:spcBef>
                <a:spcPct val="0"/>
              </a:spcBef>
              <a:spcAft>
                <a:spcPct val="0"/>
              </a:spcAft>
              <a:buClrTx/>
              <a:buSzTx/>
              <a:buFontTx/>
              <a:buChar char="•"/>
            </a:pPr>
            <a:r>
              <a:rPr kumimoji="0" lang="en-US" altLang="en-US" sz="1700" b="0" i="0" u="none" strike="noStrike" cap="none" normalizeH="0" baseline="0" dirty="0">
                <a:ln>
                  <a:noFill/>
                </a:ln>
                <a:solidFill>
                  <a:schemeClr val="tx1"/>
                </a:solidFill>
                <a:effectLst/>
                <a:latin typeface="Arial" panose="020B0604020202020204" pitchFamily="34" charset="0"/>
              </a:rPr>
              <a:t>Captures trends in historical data.</a:t>
            </a:r>
          </a:p>
          <a:p>
            <a:pPr marL="324000" lvl="1" indent="0" defTabSz="914400" eaLnBrk="0" fontAlgn="base" hangingPunct="0">
              <a:spcBef>
                <a:spcPct val="0"/>
              </a:spcBef>
              <a:spcAft>
                <a:spcPct val="0"/>
              </a:spcAft>
              <a:buClrTx/>
              <a:buSzTx/>
              <a:buFontTx/>
              <a:buChar char="•"/>
            </a:pPr>
            <a:r>
              <a:rPr kumimoji="0" lang="en-US" altLang="en-US" sz="1700" b="0" i="0" u="none" strike="noStrike" cap="none" normalizeH="0" baseline="0" dirty="0">
                <a:ln>
                  <a:noFill/>
                </a:ln>
                <a:solidFill>
                  <a:schemeClr val="tx1"/>
                </a:solidFill>
                <a:effectLst/>
                <a:latin typeface="Arial" panose="020B0604020202020204" pitchFamily="34" charset="0"/>
              </a:rPr>
              <a:t>Quantifies impact of each economic factor.</a:t>
            </a:r>
          </a:p>
          <a:p>
            <a:pPr marL="324000" lvl="1" indent="0" defTabSz="914400" eaLnBrk="0" fontAlgn="base" hangingPunct="0">
              <a:spcBef>
                <a:spcPct val="0"/>
              </a:spcBef>
              <a:spcAft>
                <a:spcPct val="0"/>
              </a:spcAft>
              <a:buClrTx/>
              <a:buSzTx/>
              <a:buFontTx/>
              <a:buChar char="•"/>
            </a:pPr>
            <a:r>
              <a:rPr kumimoji="0" lang="en-US" altLang="en-US" sz="1700" b="0" i="0" u="none" strike="noStrike" cap="none" normalizeH="0" baseline="0" dirty="0">
                <a:ln>
                  <a:noFill/>
                </a:ln>
                <a:solidFill>
                  <a:schemeClr val="tx1"/>
                </a:solidFill>
                <a:effectLst/>
                <a:latin typeface="Arial" panose="020B0604020202020204" pitchFamily="34" charset="0"/>
              </a:rPr>
              <a:t>Enables accurate economic forecasting.</a:t>
            </a:r>
          </a:p>
          <a:p>
            <a:pPr marL="324000" lvl="1" indent="0" defTabSz="914400" eaLnBrk="0" fontAlgn="base" hangingPunct="0">
              <a:spcBef>
                <a:spcPct val="0"/>
              </a:spcBef>
              <a:spcAft>
                <a:spcPct val="0"/>
              </a:spcAft>
              <a:buClrTx/>
              <a:buSzTx/>
              <a:buFontTx/>
              <a:buChar char="•"/>
            </a:pP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spcBef>
                <a:spcPct val="0"/>
              </a:spcBef>
              <a:spcAft>
                <a:spcPct val="0"/>
              </a:spcAft>
              <a:buClrTx/>
              <a:buSzTx/>
              <a:buNone/>
              <a:tabLst/>
            </a:pPr>
            <a:r>
              <a:rPr kumimoji="0" lang="en-US" altLang="en-US" sz="1700" b="1" i="0" u="none" strike="noStrike" cap="none" normalizeH="0" baseline="0" dirty="0">
                <a:ln>
                  <a:noFill/>
                </a:ln>
                <a:solidFill>
                  <a:schemeClr val="tx1"/>
                </a:solidFill>
                <a:effectLst/>
                <a:latin typeface="Arial" panose="020B0604020202020204" pitchFamily="34" charset="0"/>
              </a:rPr>
              <a:t>Common Models:</a:t>
            </a:r>
            <a:r>
              <a:rPr kumimoji="0" lang="en-US" altLang="en-US" sz="1700" b="0" i="0" u="none" strike="noStrike" cap="none" normalizeH="0" baseline="0" dirty="0">
                <a:ln>
                  <a:noFill/>
                </a:ln>
                <a:solidFill>
                  <a:schemeClr val="tx1"/>
                </a:solidFill>
                <a:effectLst/>
                <a:latin typeface="Arial" panose="020B0604020202020204" pitchFamily="34" charset="0"/>
              </a:rPr>
              <a:t> Linear Regression, Random Forest Regressor, </a:t>
            </a:r>
            <a:r>
              <a:rPr kumimoji="0" lang="en-US" altLang="en-US" sz="1700" b="0" i="0" u="none" strike="noStrike" cap="none" normalizeH="0" baseline="0" dirty="0" err="1">
                <a:ln>
                  <a:noFill/>
                </a:ln>
                <a:solidFill>
                  <a:schemeClr val="tx1"/>
                </a:solidFill>
                <a:effectLst/>
                <a:latin typeface="Arial" panose="020B0604020202020204" pitchFamily="34" charset="0"/>
              </a:rPr>
              <a:t>XGBoost</a:t>
            </a:r>
            <a:r>
              <a:rPr kumimoji="0" lang="en-US" altLang="en-US" sz="1700" b="0" i="0" u="none" strike="noStrike" cap="none" normalizeH="0" baseline="0" dirty="0">
                <a:ln>
                  <a:noFill/>
                </a:ln>
                <a:solidFill>
                  <a:schemeClr val="tx1"/>
                </a:solidFill>
                <a:effectLst/>
                <a:latin typeface="Arial" panose="020B0604020202020204" pitchFamily="34" charset="0"/>
              </a:rPr>
              <a:t> Regressor, Support Vector Regression.</a:t>
            </a:r>
          </a:p>
          <a:p>
            <a:pPr marL="0" marR="0" lvl="0" indent="0" defTabSz="914400" rtl="0" eaLnBrk="0" fontAlgn="base" latinLnBrk="0" hangingPunct="0">
              <a:spcBef>
                <a:spcPct val="0"/>
              </a:spcBef>
              <a:spcAft>
                <a:spcPct val="0"/>
              </a:spcAft>
              <a:buClrTx/>
              <a:buSzTx/>
              <a:buNone/>
              <a:tabLst/>
            </a:pP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spcBef>
                <a:spcPct val="0"/>
              </a:spcBef>
              <a:spcAft>
                <a:spcPct val="0"/>
              </a:spcAft>
              <a:buClrTx/>
              <a:buSzTx/>
              <a:buNone/>
              <a:tabLst/>
            </a:pPr>
            <a:r>
              <a:rPr kumimoji="0" lang="en-US" altLang="en-US" sz="1700" b="1" i="0" u="none" strike="noStrike" cap="none" normalizeH="0" baseline="0" dirty="0">
                <a:ln>
                  <a:noFill/>
                </a:ln>
                <a:solidFill>
                  <a:schemeClr val="tx1"/>
                </a:solidFill>
                <a:effectLst/>
                <a:latin typeface="Arial" panose="020B0604020202020204" pitchFamily="34" charset="0"/>
              </a:rPr>
              <a:t>Output:</a:t>
            </a:r>
            <a:r>
              <a:rPr kumimoji="0" lang="en-US" altLang="en-US" sz="1700" b="0" i="0" u="none" strike="noStrike" cap="none" normalizeH="0" baseline="0" dirty="0">
                <a:ln>
                  <a:noFill/>
                </a:ln>
                <a:solidFill>
                  <a:schemeClr val="tx1"/>
                </a:solidFill>
                <a:effectLst/>
                <a:latin typeface="Arial" panose="020B0604020202020204" pitchFamily="34" charset="0"/>
              </a:rPr>
              <a:t> A predicted GDP per capita value for given input indicators.</a:t>
            </a:r>
          </a:p>
        </p:txBody>
      </p:sp>
      <p:pic>
        <p:nvPicPr>
          <p:cNvPr id="2053" name="Picture 5" descr="What Is a Regression Model? | IMSL by Perforce">
            <a:extLst>
              <a:ext uri="{FF2B5EF4-FFF2-40B4-BE49-F238E27FC236}">
                <a16:creationId xmlns:a16="http://schemas.microsoft.com/office/drawing/2014/main" id="{A096CC4A-55D4-F05E-4B2A-F27FB0BF6A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8322" y="2664703"/>
            <a:ext cx="3962503" cy="274281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3953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48BCC-38C7-A6CB-85AA-FE86AB3263E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48A1EFA-5D72-37E0-FA4F-4DC403D5BE96}"/>
              </a:ext>
            </a:extLst>
          </p:cNvPr>
          <p:cNvSpPr>
            <a:spLocks noGrp="1"/>
          </p:cNvSpPr>
          <p:nvPr>
            <p:ph type="title"/>
          </p:nvPr>
        </p:nvSpPr>
        <p:spPr/>
        <p:txBody>
          <a:bodyPr/>
          <a:lstStyle/>
          <a:p>
            <a:r>
              <a:rPr lang="en-US" dirty="0"/>
              <a:t>Initial Implementation </a:t>
            </a:r>
            <a:endParaRPr lang="en-IN" dirty="0"/>
          </a:p>
        </p:txBody>
      </p:sp>
      <p:sp>
        <p:nvSpPr>
          <p:cNvPr id="9" name="Rectangle 3">
            <a:extLst>
              <a:ext uri="{FF2B5EF4-FFF2-40B4-BE49-F238E27FC236}">
                <a16:creationId xmlns:a16="http://schemas.microsoft.com/office/drawing/2014/main" id="{1D602B31-E5B1-7A5F-2805-392A6101C432}"/>
              </a:ext>
            </a:extLst>
          </p:cNvPr>
          <p:cNvSpPr>
            <a:spLocks noGrp="1" noChangeArrowheads="1"/>
          </p:cNvSpPr>
          <p:nvPr>
            <p:ph idx="1"/>
          </p:nvPr>
        </p:nvSpPr>
        <p:spPr bwMode="auto">
          <a:xfrm>
            <a:off x="452181" y="1965071"/>
            <a:ext cx="8298528" cy="5195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defTabSz="914400" eaLnBrk="0" fontAlgn="base" hangingPunct="0">
              <a:spcBef>
                <a:spcPct val="0"/>
              </a:spcBef>
              <a:spcAft>
                <a:spcPct val="0"/>
              </a:spcAft>
              <a:buClrTx/>
              <a:buSzTx/>
              <a:buNone/>
            </a:pPr>
            <a:r>
              <a:rPr lang="en-IN" sz="1600" b="1" dirty="0"/>
              <a:t>Model Selection and Comparison</a:t>
            </a:r>
          </a:p>
          <a:p>
            <a:pPr marL="0" indent="0">
              <a:buNone/>
            </a:pPr>
            <a:r>
              <a:rPr lang="en-IN" sz="1600" dirty="0"/>
              <a:t>To predict GDP per capita, we applied and compared three different regression models: Linear Regression, Random Forest Regressor, and Support Vector Regressor (SVR). Each model was chosen to capture different aspects of the relationship between socio-economic indicators and GDP.</a:t>
            </a:r>
          </a:p>
          <a:p>
            <a:r>
              <a:rPr lang="en-IN" sz="1600" dirty="0"/>
              <a:t>Linear Regression Model</a:t>
            </a:r>
          </a:p>
          <a:p>
            <a:pPr lvl="1"/>
            <a:r>
              <a:rPr lang="en-IN" sz="1400" dirty="0"/>
              <a:t>Linear Regression was selected as a baseline model because it assumes a direct linear relationship between features and the target variable.</a:t>
            </a:r>
          </a:p>
          <a:p>
            <a:pPr lvl="1"/>
            <a:r>
              <a:rPr lang="en-IN" sz="1400" dirty="0"/>
              <a:t>The model achieved a score of 0.7826 with an RMSE of 4649.54, indicating that it was able to capture general trends in the data but struggled with more complex, nonlinear patterns.</a:t>
            </a:r>
          </a:p>
          <a:p>
            <a:r>
              <a:rPr lang="en-IN" sz="1600" dirty="0"/>
              <a:t>Random Forest Regressor Model</a:t>
            </a:r>
          </a:p>
          <a:p>
            <a:pPr lvl="1"/>
            <a:r>
              <a:rPr lang="en-IN" sz="1400" dirty="0"/>
              <a:t>Random Forest, an ensemble learning method, was used to handle nonlinear relationships and feature interactions effectively.</a:t>
            </a:r>
          </a:p>
          <a:p>
            <a:pPr lvl="1"/>
            <a:r>
              <a:rPr lang="en-IN" sz="1400" dirty="0"/>
              <a:t>It achieved the best performance among the three models, with a score of 0.9164 and an RMSE of 2883.45, showing that it could generalize well and reduce prediction error significantly compared to Linear Regression.</a:t>
            </a:r>
          </a:p>
          <a:p>
            <a:pPr lvl="1"/>
            <a:endParaRPr lang="en-IN" sz="1400" dirty="0"/>
          </a:p>
          <a:p>
            <a:pPr marL="0" marR="0" lvl="0" indent="0" defTabSz="914400" rtl="0" eaLnBrk="0" fontAlgn="base" latinLnBrk="0" hangingPunct="0">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3074" name="Picture 2" descr="Linear Regression in Machine learning - GeeksforGeeks">
            <a:extLst>
              <a:ext uri="{FF2B5EF4-FFF2-40B4-BE49-F238E27FC236}">
                <a16:creationId xmlns:a16="http://schemas.microsoft.com/office/drawing/2014/main" id="{E12F01A4-8FFB-0B3A-087E-1CA31B7766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5290" y="2171382"/>
            <a:ext cx="3264529" cy="204686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diagram of a tree&#10;&#10;AI-generated content may be incorrect.">
            <a:extLst>
              <a:ext uri="{FF2B5EF4-FFF2-40B4-BE49-F238E27FC236}">
                <a16:creationId xmlns:a16="http://schemas.microsoft.com/office/drawing/2014/main" id="{C94A6BE8-2460-E185-342E-EB044B212B6F}"/>
              </a:ext>
            </a:extLst>
          </p:cNvPr>
          <p:cNvPicPr>
            <a:picLocks noChangeAspect="1"/>
          </p:cNvPicPr>
          <p:nvPr/>
        </p:nvPicPr>
        <p:blipFill>
          <a:blip r:embed="rId3"/>
          <a:stretch>
            <a:fillRect/>
          </a:stretch>
        </p:blipFill>
        <p:spPr>
          <a:xfrm>
            <a:off x="8796594" y="4218242"/>
            <a:ext cx="2943225" cy="1966913"/>
          </a:xfrm>
          <a:prstGeom prst="rect">
            <a:avLst/>
          </a:prstGeom>
        </p:spPr>
      </p:pic>
    </p:spTree>
    <p:extLst>
      <p:ext uri="{BB962C8B-B14F-4D97-AF65-F5344CB8AC3E}">
        <p14:creationId xmlns:p14="http://schemas.microsoft.com/office/powerpoint/2010/main" val="714567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7D04A-3B55-9406-F028-4B58E28247B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8DCF422-6165-3CCC-4766-09256C4F0080}"/>
              </a:ext>
            </a:extLst>
          </p:cNvPr>
          <p:cNvSpPr>
            <a:spLocks noGrp="1"/>
          </p:cNvSpPr>
          <p:nvPr>
            <p:ph type="title"/>
          </p:nvPr>
        </p:nvSpPr>
        <p:spPr/>
        <p:txBody>
          <a:bodyPr/>
          <a:lstStyle/>
          <a:p>
            <a:r>
              <a:rPr lang="en-US" dirty="0"/>
              <a:t>Initial Implementation </a:t>
            </a:r>
            <a:endParaRPr lang="en-IN" dirty="0"/>
          </a:p>
        </p:txBody>
      </p:sp>
      <p:sp>
        <p:nvSpPr>
          <p:cNvPr id="9" name="Rectangle 3">
            <a:extLst>
              <a:ext uri="{FF2B5EF4-FFF2-40B4-BE49-F238E27FC236}">
                <a16:creationId xmlns:a16="http://schemas.microsoft.com/office/drawing/2014/main" id="{677112F5-E0CB-2274-0E91-79B85DA11607}"/>
              </a:ext>
            </a:extLst>
          </p:cNvPr>
          <p:cNvSpPr>
            <a:spLocks noGrp="1" noChangeArrowheads="1"/>
          </p:cNvSpPr>
          <p:nvPr>
            <p:ph idx="1"/>
          </p:nvPr>
        </p:nvSpPr>
        <p:spPr bwMode="auto">
          <a:xfrm>
            <a:off x="452181" y="2064304"/>
            <a:ext cx="7177651" cy="4111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dirty="0"/>
              <a:t>Support Vector Regressor (SVR) Model</a:t>
            </a:r>
          </a:p>
          <a:p>
            <a:pPr lvl="1"/>
            <a:r>
              <a:rPr lang="en-IN" dirty="0"/>
              <a:t>SVR was included to test its capability in handling high-dimensional data and capturing nonlinear trends using kernel functions.</a:t>
            </a:r>
          </a:p>
          <a:p>
            <a:pPr lvl="1"/>
            <a:r>
              <a:rPr lang="en-IN" dirty="0"/>
              <a:t>However, in this case, it performed poorly, with a negative score of -0.2612 and a very high RMSE of 11199.06, suggesting that the model was not suitable for this dataset, possibly due to scaling issues or the presence of multiple features with wide value ranges.</a:t>
            </a:r>
          </a:p>
          <a:p>
            <a:pPr marL="0" indent="0">
              <a:buNone/>
            </a:pPr>
            <a:r>
              <a:rPr lang="en-IN" b="1" dirty="0"/>
              <a:t>Conclusion from Comparison</a:t>
            </a:r>
          </a:p>
          <a:p>
            <a:pPr lvl="1"/>
            <a:r>
              <a:rPr lang="en-IN" dirty="0"/>
              <a:t>The comparative analysis clearly demonstrates that the Random Forest Regressor outperformed the other models in terms of both accuracy and error minimization. While Linear Regression provided a reasonable baseline, SVR underperformed significantly. This highlights the importance of selecting models that can handle the complexity and variability of socio-economic datasets.</a:t>
            </a:r>
          </a:p>
        </p:txBody>
      </p:sp>
      <p:pic>
        <p:nvPicPr>
          <p:cNvPr id="4098" name="Picture 2" descr="From Theory to Practice: Implementing Support Vector Regression for  Predictions in Python | by Niousha Rasifaghihi | Medium">
            <a:extLst>
              <a:ext uri="{FF2B5EF4-FFF2-40B4-BE49-F238E27FC236}">
                <a16:creationId xmlns:a16="http://schemas.microsoft.com/office/drawing/2014/main" id="{9FC41CE4-E10C-B68D-FB73-27B973A6CC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9832" y="2615381"/>
            <a:ext cx="4137066" cy="25266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19657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19296-35D9-C28F-0682-78E0FFF2F87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9B9CFA3-9FF6-E866-F749-66957EC655E3}"/>
              </a:ext>
            </a:extLst>
          </p:cNvPr>
          <p:cNvSpPr>
            <a:spLocks noGrp="1"/>
          </p:cNvSpPr>
          <p:nvPr>
            <p:ph type="title"/>
          </p:nvPr>
        </p:nvSpPr>
        <p:spPr/>
        <p:txBody>
          <a:bodyPr/>
          <a:lstStyle/>
          <a:p>
            <a:r>
              <a:rPr lang="en-IN" dirty="0"/>
              <a:t>Midway Results/Validation</a:t>
            </a:r>
          </a:p>
        </p:txBody>
      </p:sp>
      <p:sp>
        <p:nvSpPr>
          <p:cNvPr id="9" name="Rectangle 3">
            <a:extLst>
              <a:ext uri="{FF2B5EF4-FFF2-40B4-BE49-F238E27FC236}">
                <a16:creationId xmlns:a16="http://schemas.microsoft.com/office/drawing/2014/main" id="{A21AFD68-C623-BC17-E640-0DAD77B1EFA6}"/>
              </a:ext>
            </a:extLst>
          </p:cNvPr>
          <p:cNvSpPr>
            <a:spLocks noGrp="1" noChangeArrowheads="1"/>
          </p:cNvSpPr>
          <p:nvPr>
            <p:ph idx="1"/>
          </p:nvPr>
        </p:nvSpPr>
        <p:spPr bwMode="auto">
          <a:xfrm>
            <a:off x="511175" y="2410827"/>
            <a:ext cx="4914265" cy="3831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IN" b="1" dirty="0"/>
              <a:t>Models Evaluated:</a:t>
            </a:r>
            <a:endParaRPr lang="en-IN" dirty="0"/>
          </a:p>
          <a:p>
            <a:pPr lvl="0"/>
            <a:r>
              <a:rPr lang="en-IN" b="1" dirty="0"/>
              <a:t>Linear Regression</a:t>
            </a:r>
            <a:endParaRPr lang="en-IN" dirty="0"/>
          </a:p>
          <a:p>
            <a:pPr lvl="1"/>
            <a:r>
              <a:rPr lang="en-IN" dirty="0"/>
              <a:t>R² Score: </a:t>
            </a:r>
            <a:r>
              <a:rPr lang="en-IN" b="1" dirty="0"/>
              <a:t>0.78</a:t>
            </a:r>
            <a:endParaRPr lang="en-IN" dirty="0"/>
          </a:p>
          <a:p>
            <a:pPr lvl="1"/>
            <a:r>
              <a:rPr lang="en-IN" dirty="0"/>
              <a:t>RMSE: </a:t>
            </a:r>
            <a:r>
              <a:rPr lang="en-IN" b="1" dirty="0"/>
              <a:t>4649.54</a:t>
            </a:r>
            <a:endParaRPr lang="en-IN" dirty="0"/>
          </a:p>
          <a:p>
            <a:pPr lvl="0"/>
            <a:r>
              <a:rPr lang="en-IN" b="1" dirty="0"/>
              <a:t>Random Forest Regressor</a:t>
            </a:r>
            <a:endParaRPr lang="en-IN" dirty="0"/>
          </a:p>
          <a:p>
            <a:pPr lvl="1"/>
            <a:r>
              <a:rPr lang="en-IN" dirty="0"/>
              <a:t>R² Score: </a:t>
            </a:r>
            <a:r>
              <a:rPr lang="en-IN" b="1" dirty="0"/>
              <a:t>0.92</a:t>
            </a:r>
            <a:endParaRPr lang="en-IN" dirty="0"/>
          </a:p>
          <a:p>
            <a:pPr lvl="1"/>
            <a:r>
              <a:rPr lang="en-IN" dirty="0"/>
              <a:t>RMSE: </a:t>
            </a:r>
            <a:r>
              <a:rPr lang="en-IN" b="1" dirty="0"/>
              <a:t>2883.45</a:t>
            </a:r>
            <a:endParaRPr lang="en-IN" dirty="0"/>
          </a:p>
          <a:p>
            <a:pPr lvl="0"/>
            <a:r>
              <a:rPr lang="en-IN" b="1" dirty="0"/>
              <a:t>Support Vector Regressor (SVR)</a:t>
            </a:r>
            <a:endParaRPr lang="en-IN" dirty="0"/>
          </a:p>
          <a:p>
            <a:pPr lvl="1"/>
            <a:r>
              <a:rPr lang="en-IN" dirty="0"/>
              <a:t>R² Score: </a:t>
            </a:r>
            <a:r>
              <a:rPr lang="en-IN" b="1" dirty="0"/>
              <a:t>-0.26</a:t>
            </a:r>
            <a:endParaRPr lang="en-IN" dirty="0"/>
          </a:p>
          <a:p>
            <a:pPr lvl="1"/>
            <a:r>
              <a:rPr lang="en-IN" dirty="0"/>
              <a:t>RMSE: </a:t>
            </a:r>
            <a:r>
              <a:rPr lang="en-IN" b="1" dirty="0"/>
              <a:t>11199.06</a:t>
            </a:r>
            <a:endParaRPr lang="en-IN" dirty="0"/>
          </a:p>
        </p:txBody>
      </p:sp>
      <p:pic>
        <p:nvPicPr>
          <p:cNvPr id="3" name="Picture 2">
            <a:extLst>
              <a:ext uri="{FF2B5EF4-FFF2-40B4-BE49-F238E27FC236}">
                <a16:creationId xmlns:a16="http://schemas.microsoft.com/office/drawing/2014/main" id="{956E4F78-EBFC-8D40-107F-CF0D54E10F87}"/>
              </a:ext>
            </a:extLst>
          </p:cNvPr>
          <p:cNvPicPr>
            <a:picLocks noChangeAspect="1"/>
          </p:cNvPicPr>
          <p:nvPr/>
        </p:nvPicPr>
        <p:blipFill>
          <a:blip r:embed="rId2"/>
          <a:stretch>
            <a:fillRect/>
          </a:stretch>
        </p:blipFill>
        <p:spPr>
          <a:xfrm>
            <a:off x="5694957" y="2739217"/>
            <a:ext cx="5915851" cy="2476846"/>
          </a:xfrm>
          <a:prstGeom prst="rect">
            <a:avLst/>
          </a:prstGeom>
        </p:spPr>
      </p:pic>
    </p:spTree>
    <p:extLst>
      <p:ext uri="{BB962C8B-B14F-4D97-AF65-F5344CB8AC3E}">
        <p14:creationId xmlns:p14="http://schemas.microsoft.com/office/powerpoint/2010/main" val="16622840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D217A-0081-821D-E70A-7A64D1C2C2E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CDE93F3-C231-7EAB-D067-8D87134E35B3}"/>
              </a:ext>
            </a:extLst>
          </p:cNvPr>
          <p:cNvSpPr>
            <a:spLocks noGrp="1"/>
          </p:cNvSpPr>
          <p:nvPr>
            <p:ph type="title"/>
          </p:nvPr>
        </p:nvSpPr>
        <p:spPr/>
        <p:txBody>
          <a:bodyPr/>
          <a:lstStyle/>
          <a:p>
            <a:r>
              <a:rPr lang="en-IN" dirty="0"/>
              <a:t>Midway Results/Validation</a:t>
            </a:r>
          </a:p>
        </p:txBody>
      </p:sp>
      <p:sp>
        <p:nvSpPr>
          <p:cNvPr id="9" name="Rectangle 3">
            <a:extLst>
              <a:ext uri="{FF2B5EF4-FFF2-40B4-BE49-F238E27FC236}">
                <a16:creationId xmlns:a16="http://schemas.microsoft.com/office/drawing/2014/main" id="{11364CC1-6219-0CC6-D6C7-949A6E589E5C}"/>
              </a:ext>
            </a:extLst>
          </p:cNvPr>
          <p:cNvSpPr>
            <a:spLocks noGrp="1" noChangeArrowheads="1"/>
          </p:cNvSpPr>
          <p:nvPr>
            <p:ph idx="1"/>
          </p:nvPr>
        </p:nvSpPr>
        <p:spPr bwMode="auto">
          <a:xfrm>
            <a:off x="581192" y="2468943"/>
            <a:ext cx="4884888" cy="3668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b="1" dirty="0"/>
              <a:t>Key Observations:</a:t>
            </a:r>
            <a:endParaRPr lang="en-IN" dirty="0"/>
          </a:p>
          <a:p>
            <a:pPr lvl="0"/>
            <a:r>
              <a:rPr lang="en-IN" dirty="0"/>
              <a:t>Random Forest Regressor shows the </a:t>
            </a:r>
            <a:r>
              <a:rPr lang="en-IN" b="1" dirty="0"/>
              <a:t>best performance</a:t>
            </a:r>
            <a:r>
              <a:rPr lang="en-IN" dirty="0"/>
              <a:t> with the highest R² and lowest RMSE.</a:t>
            </a:r>
          </a:p>
          <a:p>
            <a:pPr lvl="0"/>
            <a:r>
              <a:rPr lang="en-IN" dirty="0"/>
              <a:t>Linear Regression performs moderately well.</a:t>
            </a:r>
          </a:p>
          <a:p>
            <a:pPr lvl="0"/>
            <a:r>
              <a:rPr lang="en-IN" dirty="0"/>
              <a:t>SVR model performs </a:t>
            </a:r>
            <a:r>
              <a:rPr lang="en-IN" b="1" dirty="0"/>
              <a:t>poorly</a:t>
            </a:r>
            <a:r>
              <a:rPr lang="en-IN" dirty="0"/>
              <a:t>, with negative R² and very high RMSE.</a:t>
            </a:r>
          </a:p>
          <a:p>
            <a:r>
              <a:rPr lang="en-IN" b="1" dirty="0"/>
              <a:t>Conclusion (so far):</a:t>
            </a:r>
            <a:br>
              <a:rPr lang="en-IN" dirty="0"/>
            </a:br>
            <a:r>
              <a:rPr lang="en-IN" dirty="0"/>
              <a:t>Random Forest Regressor is the most promising model for further tuning and validation.</a:t>
            </a:r>
          </a:p>
        </p:txBody>
      </p:sp>
      <p:pic>
        <p:nvPicPr>
          <p:cNvPr id="15" name="Picture 14">
            <a:extLst>
              <a:ext uri="{FF2B5EF4-FFF2-40B4-BE49-F238E27FC236}">
                <a16:creationId xmlns:a16="http://schemas.microsoft.com/office/drawing/2014/main" id="{AD527FE0-086A-3A70-30B7-AA46915925FA}"/>
              </a:ext>
            </a:extLst>
          </p:cNvPr>
          <p:cNvPicPr>
            <a:picLocks noChangeAspect="1"/>
          </p:cNvPicPr>
          <p:nvPr/>
        </p:nvPicPr>
        <p:blipFill>
          <a:blip r:embed="rId2"/>
          <a:stretch>
            <a:fillRect/>
          </a:stretch>
        </p:blipFill>
        <p:spPr>
          <a:xfrm>
            <a:off x="5694957" y="2850977"/>
            <a:ext cx="5915851" cy="2476846"/>
          </a:xfrm>
          <a:prstGeom prst="rect">
            <a:avLst/>
          </a:prstGeom>
        </p:spPr>
      </p:pic>
    </p:spTree>
    <p:extLst>
      <p:ext uri="{BB962C8B-B14F-4D97-AF65-F5344CB8AC3E}">
        <p14:creationId xmlns:p14="http://schemas.microsoft.com/office/powerpoint/2010/main" val="20807290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a:normAutofit/>
          </a:bodyPr>
          <a:lstStyle/>
          <a:p>
            <a:r>
              <a:rPr lang="en-US" dirty="0">
                <a:solidFill>
                  <a:srgbClr val="FFFFFF"/>
                </a:solidFill>
              </a:rPr>
              <a:t>Thank You</a:t>
            </a:r>
          </a:p>
        </p:txBody>
      </p:sp>
      <p:pic>
        <p:nvPicPr>
          <p:cNvPr id="5" name="Picture 4">
            <a:extLst>
              <a:ext uri="{FF2B5EF4-FFF2-40B4-BE49-F238E27FC236}">
                <a16:creationId xmlns:a16="http://schemas.microsoft.com/office/drawing/2014/main" id="{A21EA617-6D48-425F-97A8-7FEC82C8F401}"/>
              </a:ext>
            </a:extLst>
          </p:cNvPr>
          <p:cNvPicPr>
            <a:picLocks noChangeAspect="1"/>
          </p:cNvPicPr>
          <p:nvPr/>
        </p:nvPicPr>
        <p:blipFill>
          <a:blip r:embed="rId3"/>
          <a:srcRect l="12850" r="12850"/>
          <a:stretch/>
        </p:blipFill>
        <p:spPr>
          <a:xfrm>
            <a:off x="446533" y="723899"/>
            <a:ext cx="7498616" cy="5676901"/>
          </a:xfrm>
          <a:prstGeom prst="rect">
            <a:avLst/>
          </a:prstGeom>
        </p:spPr>
      </p:pic>
      <p:sp>
        <p:nvSpPr>
          <p:cNvPr id="6" name="Subtitle 5">
            <a:extLst>
              <a:ext uri="{FF2B5EF4-FFF2-40B4-BE49-F238E27FC236}">
                <a16:creationId xmlns:a16="http://schemas.microsoft.com/office/drawing/2014/main" id="{A3C83F56-668A-500C-175B-80F82B3D3E8E}"/>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501347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42D3C2F-55A5-48C0-9D5A-95C7FF0389D0}">
  <ds:schemaRefs>
    <ds:schemaRef ds:uri="http://schemas.microsoft.com/sharepoint/v3/contenttype/forms"/>
  </ds:schemaRefs>
</ds:datastoreItem>
</file>

<file path=customXml/itemProps3.xml><?xml version="1.0" encoding="utf-8"?>
<ds:datastoreItem xmlns:ds="http://schemas.openxmlformats.org/officeDocument/2006/customXml" ds:itemID="{3791575F-4C21-47C4-8D13-EB9BE66B536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Tech design</Template>
  <TotalTime>161</TotalTime>
  <Words>1123</Words>
  <Application>Microsoft Office PowerPoint</Application>
  <PresentationFormat>Widescreen</PresentationFormat>
  <Paragraphs>106</Paragraphs>
  <Slides>15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Gill Sans MT</vt:lpstr>
      <vt:lpstr>Wingdings 2</vt:lpstr>
      <vt:lpstr>Custom</vt:lpstr>
      <vt:lpstr>PowerPoint Presentation</vt:lpstr>
      <vt:lpstr>Objectives</vt:lpstr>
      <vt:lpstr>What is gdp per capita? </vt:lpstr>
      <vt:lpstr>Proposed Methodology</vt:lpstr>
      <vt:lpstr>Problem Understanding</vt:lpstr>
      <vt:lpstr>Problem Understanding</vt:lpstr>
      <vt:lpstr>Dataset selection</vt:lpstr>
      <vt:lpstr>Dataset selection</vt:lpstr>
      <vt:lpstr>Data preprocessing</vt:lpstr>
      <vt:lpstr>What is Regression?</vt:lpstr>
      <vt:lpstr>Initial Implementation </vt:lpstr>
      <vt:lpstr>Initial Implementation </vt:lpstr>
      <vt:lpstr>Midway Results/Validation</vt:lpstr>
      <vt:lpstr>Midway Results/Validation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Ujjwal Hirwani</dc:creator>
  <cp:lastModifiedBy>Ujjwal Hirwani</cp:lastModifiedBy>
  <cp:revision>2</cp:revision>
  <dcterms:created xsi:type="dcterms:W3CDTF">2025-08-10T11:42:00Z</dcterms:created>
  <dcterms:modified xsi:type="dcterms:W3CDTF">2025-09-21T10:43:00Z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